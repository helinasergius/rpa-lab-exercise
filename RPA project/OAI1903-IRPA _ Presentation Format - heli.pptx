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6"/>
  </p:notesMasterIdLst>
  <p:handoutMasterIdLst>
    <p:handoutMasterId r:id="rId27"/>
  </p:handoutMasterIdLst>
  <p:sldIdLst>
    <p:sldId id="280" r:id="rId2"/>
    <p:sldId id="366" r:id="rId3"/>
    <p:sldId id="380" r:id="rId4"/>
    <p:sldId id="383" r:id="rId5"/>
    <p:sldId id="384" r:id="rId6"/>
    <p:sldId id="400" r:id="rId7"/>
    <p:sldId id="401" r:id="rId8"/>
    <p:sldId id="386" r:id="rId9"/>
    <p:sldId id="402" r:id="rId10"/>
    <p:sldId id="388" r:id="rId11"/>
    <p:sldId id="405" r:id="rId12"/>
    <p:sldId id="390" r:id="rId13"/>
    <p:sldId id="406" r:id="rId14"/>
    <p:sldId id="407" r:id="rId15"/>
    <p:sldId id="408" r:id="rId16"/>
    <p:sldId id="391" r:id="rId17"/>
    <p:sldId id="409" r:id="rId18"/>
    <p:sldId id="410" r:id="rId19"/>
    <p:sldId id="411" r:id="rId20"/>
    <p:sldId id="392" r:id="rId21"/>
    <p:sldId id="393" r:id="rId22"/>
    <p:sldId id="394" r:id="rId23"/>
    <p:sldId id="395" r:id="rId24"/>
    <p:sldId id="281"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082"/>
    <a:srgbClr val="E40524"/>
    <a:srgbClr val="008000"/>
    <a:srgbClr val="385D8A"/>
    <a:srgbClr val="34495E"/>
    <a:srgbClr val="FDFDFD"/>
    <a:srgbClr val="EAEAEA"/>
    <a:srgbClr val="F8F8F8"/>
    <a:srgbClr val="FF6702"/>
    <a:srgbClr val="D6B5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A6B251-514C-4B3B-A148-9FF2E835A300}" v="809" dt="2024-11-21T18:32:23.954"/>
    <p1510:client id="{E5C3639A-5E92-442A-AC56-26F45D68A752}" v="571" dt="2024-11-21T17:46:59.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874148b5741d7ada" providerId="Windows Live" clId="Web-{F63B5D10-2486-4C7D-B625-36FF6E102047}"/>
    <pc:docChg chg="addSld delSld modSld">
      <pc:chgData name="Guest User" userId="874148b5741d7ada" providerId="Windows Live" clId="Web-{F63B5D10-2486-4C7D-B625-36FF6E102047}" dt="2024-11-18T19:11:30.286" v="126"/>
      <pc:docMkLst>
        <pc:docMk/>
      </pc:docMkLst>
      <pc:sldChg chg="addSp delSp modSp">
        <pc:chgData name="Guest User" userId="874148b5741d7ada" providerId="Windows Live" clId="Web-{F63B5D10-2486-4C7D-B625-36FF6E102047}" dt="2024-11-18T17:37:39.533" v="0"/>
        <pc:sldMkLst>
          <pc:docMk/>
          <pc:sldMk cId="3762233915" sldId="386"/>
        </pc:sldMkLst>
      </pc:sldChg>
      <pc:sldChg chg="modSp del">
        <pc:chgData name="Guest User" userId="874148b5741d7ada" providerId="Windows Live" clId="Web-{F63B5D10-2486-4C7D-B625-36FF6E102047}" dt="2024-11-18T18:23:14.139" v="73"/>
        <pc:sldMkLst>
          <pc:docMk/>
          <pc:sldMk cId="1639169372" sldId="389"/>
        </pc:sldMkLst>
      </pc:sldChg>
      <pc:sldChg chg="addSp delSp modSp">
        <pc:chgData name="Guest User" userId="874148b5741d7ada" providerId="Windows Live" clId="Web-{F63B5D10-2486-4C7D-B625-36FF6E102047}" dt="2024-11-18T18:49:01.980" v="95" actId="20577"/>
        <pc:sldMkLst>
          <pc:docMk/>
          <pc:sldMk cId="3023427953" sldId="390"/>
        </pc:sldMkLst>
        <pc:spChg chg="mod">
          <ac:chgData name="Guest User" userId="874148b5741d7ada" providerId="Windows Live" clId="Web-{F63B5D10-2486-4C7D-B625-36FF6E102047}" dt="2024-11-18T18:49:01.980" v="95" actId="20577"/>
          <ac:spMkLst>
            <pc:docMk/>
            <pc:sldMk cId="3023427953" sldId="390"/>
            <ac:spMk id="2" creationId="{00000000-0000-0000-0000-000000000000}"/>
          </ac:spMkLst>
        </pc:spChg>
        <pc:picChg chg="add mod ord">
          <ac:chgData name="Guest User" userId="874148b5741d7ada" providerId="Windows Live" clId="Web-{F63B5D10-2486-4C7D-B625-36FF6E102047}" dt="2024-11-18T18:48:37.307" v="84" actId="14100"/>
          <ac:picMkLst>
            <pc:docMk/>
            <pc:sldMk cId="3023427953" sldId="390"/>
            <ac:picMk id="4" creationId="{EFFAE21F-25DF-218E-5AB3-A5CB04D11737}"/>
          </ac:picMkLst>
        </pc:picChg>
      </pc:sldChg>
      <pc:sldChg chg="modSp">
        <pc:chgData name="Guest User" userId="874148b5741d7ada" providerId="Windows Live" clId="Web-{F63B5D10-2486-4C7D-B625-36FF6E102047}" dt="2024-11-18T17:59:46.536" v="20" actId="20577"/>
        <pc:sldMkLst>
          <pc:docMk/>
          <pc:sldMk cId="1921327580" sldId="392"/>
        </pc:sldMkLst>
        <pc:spChg chg="mod">
          <ac:chgData name="Guest User" userId="874148b5741d7ada" providerId="Windows Live" clId="Web-{F63B5D10-2486-4C7D-B625-36FF6E102047}" dt="2024-11-18T17:59:46.536" v="20" actId="20577"/>
          <ac:spMkLst>
            <pc:docMk/>
            <pc:sldMk cId="1921327580" sldId="392"/>
            <ac:spMk id="3" creationId="{00000000-0000-0000-0000-000000000000}"/>
          </ac:spMkLst>
        </pc:spChg>
      </pc:sldChg>
      <pc:sldChg chg="modSp">
        <pc:chgData name="Guest User" userId="874148b5741d7ada" providerId="Windows Live" clId="Web-{F63B5D10-2486-4C7D-B625-36FF6E102047}" dt="2024-11-18T18:01:48.639" v="39" actId="20577"/>
        <pc:sldMkLst>
          <pc:docMk/>
          <pc:sldMk cId="715374966" sldId="393"/>
        </pc:sldMkLst>
        <pc:spChg chg="mod">
          <ac:chgData name="Guest User" userId="874148b5741d7ada" providerId="Windows Live" clId="Web-{F63B5D10-2486-4C7D-B625-36FF6E102047}" dt="2024-11-18T18:01:48.639" v="39" actId="20577"/>
          <ac:spMkLst>
            <pc:docMk/>
            <pc:sldMk cId="715374966" sldId="393"/>
            <ac:spMk id="3" creationId="{00000000-0000-0000-0000-000000000000}"/>
          </ac:spMkLst>
        </pc:spChg>
      </pc:sldChg>
      <pc:sldChg chg="modSp">
        <pc:chgData name="Guest User" userId="874148b5741d7ada" providerId="Windows Live" clId="Web-{F63B5D10-2486-4C7D-B625-36FF6E102047}" dt="2024-11-18T18:06:39.113" v="58" actId="20577"/>
        <pc:sldMkLst>
          <pc:docMk/>
          <pc:sldMk cId="2110853201" sldId="394"/>
        </pc:sldMkLst>
        <pc:spChg chg="mod">
          <ac:chgData name="Guest User" userId="874148b5741d7ada" providerId="Windows Live" clId="Web-{F63B5D10-2486-4C7D-B625-36FF6E102047}" dt="2024-11-18T18:06:39.113" v="58" actId="20577"/>
          <ac:spMkLst>
            <pc:docMk/>
            <pc:sldMk cId="2110853201" sldId="394"/>
            <ac:spMk id="3" creationId="{00000000-0000-0000-0000-000000000000}"/>
          </ac:spMkLst>
        </pc:spChg>
      </pc:sldChg>
      <pc:sldChg chg="modSp new">
        <pc:chgData name="Guest User" userId="874148b5741d7ada" providerId="Windows Live" clId="Web-{F63B5D10-2486-4C7D-B625-36FF6E102047}" dt="2024-11-18T18:00:19.570" v="33" actId="20577"/>
        <pc:sldMkLst>
          <pc:docMk/>
          <pc:sldMk cId="735772069" sldId="404"/>
        </pc:sldMkLst>
        <pc:spChg chg="mod">
          <ac:chgData name="Guest User" userId="874148b5741d7ada" providerId="Windows Live" clId="Web-{F63B5D10-2486-4C7D-B625-36FF6E102047}" dt="2024-11-18T18:00:19.570" v="33" actId="20577"/>
          <ac:spMkLst>
            <pc:docMk/>
            <pc:sldMk cId="735772069" sldId="404"/>
            <ac:spMk id="2" creationId="{36E627CD-D798-7F4E-3557-AE93B05CF30A}"/>
          </ac:spMkLst>
        </pc:spChg>
      </pc:sldChg>
      <pc:sldChg chg="addSp delSp modSp new">
        <pc:chgData name="Guest User" userId="874148b5741d7ada" providerId="Windows Live" clId="Web-{F63B5D10-2486-4C7D-B625-36FF6E102047}" dt="2024-11-18T18:22:32.902" v="72" actId="20577"/>
        <pc:sldMkLst>
          <pc:docMk/>
          <pc:sldMk cId="976432716" sldId="405"/>
        </pc:sldMkLst>
        <pc:spChg chg="mod">
          <ac:chgData name="Guest User" userId="874148b5741d7ada" providerId="Windows Live" clId="Web-{F63B5D10-2486-4C7D-B625-36FF6E102047}" dt="2024-11-18T18:22:32.902" v="72" actId="20577"/>
          <ac:spMkLst>
            <pc:docMk/>
            <pc:sldMk cId="976432716" sldId="405"/>
            <ac:spMk id="2" creationId="{7EF77328-2F29-A0F4-9DFB-5F8E742D2D72}"/>
          </ac:spMkLst>
        </pc:spChg>
        <pc:picChg chg="add mod ord">
          <ac:chgData name="Guest User" userId="874148b5741d7ada" providerId="Windows Live" clId="Web-{F63B5D10-2486-4C7D-B625-36FF6E102047}" dt="2024-11-18T18:21:35.585" v="65"/>
          <ac:picMkLst>
            <pc:docMk/>
            <pc:sldMk cId="976432716" sldId="405"/>
            <ac:picMk id="7" creationId="{A493F5B9-E486-2900-DC79-AE15B4AB291D}"/>
          </ac:picMkLst>
        </pc:picChg>
      </pc:sldChg>
      <pc:sldChg chg="addSp delSp modSp new">
        <pc:chgData name="Guest User" userId="874148b5741d7ada" providerId="Windows Live" clId="Web-{F63B5D10-2486-4C7D-B625-36FF6E102047}" dt="2024-11-18T19:11:30.286" v="126"/>
        <pc:sldMkLst>
          <pc:docMk/>
          <pc:sldMk cId="2014936735" sldId="406"/>
        </pc:sldMkLst>
      </pc:sldChg>
    </pc:docChg>
  </pc:docChgLst>
  <pc:docChgLst>
    <pc:chgData name="Helina sergius" userId="ddd51f07fb35f066" providerId="Windows Live" clId="Web-{E5C3639A-5E92-442A-AC56-26F45D68A752}"/>
    <pc:docChg chg="addSld delSld modSld">
      <pc:chgData name="Helina sergius" userId="ddd51f07fb35f066" providerId="Windows Live" clId="Web-{E5C3639A-5E92-442A-AC56-26F45D68A752}" dt="2024-11-21T17:46:59.768" v="445" actId="1076"/>
      <pc:docMkLst>
        <pc:docMk/>
      </pc:docMkLst>
      <pc:sldChg chg="addSp delSp modSp">
        <pc:chgData name="Helina sergius" userId="ddd51f07fb35f066" providerId="Windows Live" clId="Web-{E5C3639A-5E92-442A-AC56-26F45D68A752}" dt="2024-11-21T16:35:39.141" v="6" actId="14100"/>
        <pc:sldMkLst>
          <pc:docMk/>
          <pc:sldMk cId="3762233915" sldId="386"/>
        </pc:sldMkLst>
        <pc:spChg chg="del">
          <ac:chgData name="Helina sergius" userId="ddd51f07fb35f066" providerId="Windows Live" clId="Web-{E5C3639A-5E92-442A-AC56-26F45D68A752}" dt="2024-11-21T16:35:06.703" v="0"/>
          <ac:spMkLst>
            <pc:docMk/>
            <pc:sldMk cId="3762233915" sldId="386"/>
            <ac:spMk id="4" creationId="{62AC13BF-AEB9-7AAD-B456-42DC9FA5BA0B}"/>
          </ac:spMkLst>
        </pc:spChg>
        <pc:picChg chg="add mod ord">
          <ac:chgData name="Helina sergius" userId="ddd51f07fb35f066" providerId="Windows Live" clId="Web-{E5C3639A-5E92-442A-AC56-26F45D68A752}" dt="2024-11-21T16:35:39.141" v="6" actId="14100"/>
          <ac:picMkLst>
            <pc:docMk/>
            <pc:sldMk cId="3762233915" sldId="386"/>
            <ac:picMk id="3" creationId="{2F6DDE2C-CF6B-0D7A-382D-034E56C6D95F}"/>
          </ac:picMkLst>
        </pc:picChg>
      </pc:sldChg>
      <pc:sldChg chg="addSp delSp modSp">
        <pc:chgData name="Helina sergius" userId="ddd51f07fb35f066" providerId="Windows Live" clId="Web-{E5C3639A-5E92-442A-AC56-26F45D68A752}" dt="2024-11-21T17:11:08.917" v="245" actId="20577"/>
        <pc:sldMkLst>
          <pc:docMk/>
          <pc:sldMk cId="784506621" sldId="388"/>
        </pc:sldMkLst>
        <pc:spChg chg="mod">
          <ac:chgData name="Helina sergius" userId="ddd51f07fb35f066" providerId="Windows Live" clId="Web-{E5C3639A-5E92-442A-AC56-26F45D68A752}" dt="2024-11-21T17:11:08.917" v="245" actId="20577"/>
          <ac:spMkLst>
            <pc:docMk/>
            <pc:sldMk cId="784506621" sldId="388"/>
            <ac:spMk id="3" creationId="{00000000-0000-0000-0000-000000000000}"/>
          </ac:spMkLst>
        </pc:spChg>
        <pc:spChg chg="add del mod">
          <ac:chgData name="Helina sergius" userId="ddd51f07fb35f066" providerId="Windows Live" clId="Web-{E5C3639A-5E92-442A-AC56-26F45D68A752}" dt="2024-11-21T16:54:48.573" v="106"/>
          <ac:spMkLst>
            <pc:docMk/>
            <pc:sldMk cId="784506621" sldId="388"/>
            <ac:spMk id="6" creationId="{0A9541D4-BC63-AAE8-2C79-37CE26FFE358}"/>
          </ac:spMkLst>
        </pc:spChg>
        <pc:spChg chg="del mod">
          <ac:chgData name="Helina sergius" userId="ddd51f07fb35f066" providerId="Windows Live" clId="Web-{E5C3639A-5E92-442A-AC56-26F45D68A752}" dt="2024-11-21T16:50:03.586" v="81"/>
          <ac:spMkLst>
            <pc:docMk/>
            <pc:sldMk cId="784506621" sldId="388"/>
            <ac:spMk id="7" creationId="{00000000-0000-0000-0000-000000000000}"/>
          </ac:spMkLst>
        </pc:spChg>
        <pc:spChg chg="add mod">
          <ac:chgData name="Helina sergius" userId="ddd51f07fb35f066" providerId="Windows Live" clId="Web-{E5C3639A-5E92-442A-AC56-26F45D68A752}" dt="2024-11-21T16:54:19.542" v="104" actId="1076"/>
          <ac:spMkLst>
            <pc:docMk/>
            <pc:sldMk cId="784506621" sldId="388"/>
            <ac:spMk id="8" creationId="{27B88B19-4056-58B9-CB55-9EBA443E5AD2}"/>
          </ac:spMkLst>
        </pc:spChg>
        <pc:spChg chg="add mod">
          <ac:chgData name="Helina sergius" userId="ddd51f07fb35f066" providerId="Windows Live" clId="Web-{E5C3639A-5E92-442A-AC56-26F45D68A752}" dt="2024-11-21T17:00:15.311" v="130" actId="1076"/>
          <ac:spMkLst>
            <pc:docMk/>
            <pc:sldMk cId="784506621" sldId="388"/>
            <ac:spMk id="10" creationId="{6AEC91CF-B150-E9E3-3732-5F03B2BCCFEE}"/>
          </ac:spMkLst>
        </pc:spChg>
        <pc:spChg chg="add mod">
          <ac:chgData name="Helina sergius" userId="ddd51f07fb35f066" providerId="Windows Live" clId="Web-{E5C3639A-5E92-442A-AC56-26F45D68A752}" dt="2024-11-21T17:04:40.423" v="159" actId="1076"/>
          <ac:spMkLst>
            <pc:docMk/>
            <pc:sldMk cId="784506621" sldId="388"/>
            <ac:spMk id="13" creationId="{EB79B261-E12E-E736-BF26-ECF6E647A395}"/>
          </ac:spMkLst>
        </pc:spChg>
        <pc:picChg chg="add mod">
          <ac:chgData name="Helina sergius" userId="ddd51f07fb35f066" providerId="Windows Live" clId="Web-{E5C3639A-5E92-442A-AC56-26F45D68A752}" dt="2024-11-21T17:10:13.683" v="232"/>
          <ac:picMkLst>
            <pc:docMk/>
            <pc:sldMk cId="784506621" sldId="388"/>
            <ac:picMk id="4" creationId="{EB7311FE-2296-CCDB-8E40-11A4ED649771}"/>
          </ac:picMkLst>
        </pc:picChg>
        <pc:cxnChg chg="add mod">
          <ac:chgData name="Helina sergius" userId="ddd51f07fb35f066" providerId="Windows Live" clId="Web-{E5C3639A-5E92-442A-AC56-26F45D68A752}" dt="2024-11-21T16:53:42.838" v="98" actId="14100"/>
          <ac:cxnSpMkLst>
            <pc:docMk/>
            <pc:sldMk cId="784506621" sldId="388"/>
            <ac:cxnSpMk id="9" creationId="{EC292E44-0765-962F-9935-D7EFD83CCC4E}"/>
          </ac:cxnSpMkLst>
        </pc:cxnChg>
        <pc:cxnChg chg="add del mod">
          <ac:chgData name="Helina sergius" userId="ddd51f07fb35f066" providerId="Windows Live" clId="Web-{E5C3639A-5E92-442A-AC56-26F45D68A752}" dt="2024-11-21T16:59:29.451" v="126"/>
          <ac:cxnSpMkLst>
            <pc:docMk/>
            <pc:sldMk cId="784506621" sldId="388"/>
            <ac:cxnSpMk id="11" creationId="{2985555F-0440-D304-968F-CDBF03C3677C}"/>
          </ac:cxnSpMkLst>
        </pc:cxnChg>
        <pc:cxnChg chg="add mod">
          <ac:chgData name="Helina sergius" userId="ddd51f07fb35f066" providerId="Windows Live" clId="Web-{E5C3639A-5E92-442A-AC56-26F45D68A752}" dt="2024-11-21T17:05:14.595" v="166"/>
          <ac:cxnSpMkLst>
            <pc:docMk/>
            <pc:sldMk cId="784506621" sldId="388"/>
            <ac:cxnSpMk id="12" creationId="{73858A79-6E6A-CA94-06F0-58BB6F33ED04}"/>
          </ac:cxnSpMkLst>
        </pc:cxnChg>
        <pc:cxnChg chg="add mod">
          <ac:chgData name="Helina sergius" userId="ddd51f07fb35f066" providerId="Windows Live" clId="Web-{E5C3639A-5E92-442A-AC56-26F45D68A752}" dt="2024-11-21T17:05:06.626" v="164"/>
          <ac:cxnSpMkLst>
            <pc:docMk/>
            <pc:sldMk cId="784506621" sldId="388"/>
            <ac:cxnSpMk id="14" creationId="{3D9B1B82-8868-BE04-9806-CC55180A5C10}"/>
          </ac:cxnSpMkLst>
        </pc:cxnChg>
      </pc:sldChg>
      <pc:sldChg chg="modSp">
        <pc:chgData name="Helina sergius" userId="ddd51f07fb35f066" providerId="Windows Live" clId="Web-{E5C3639A-5E92-442A-AC56-26F45D68A752}" dt="2024-11-21T17:13:54.185" v="254" actId="20577"/>
        <pc:sldMkLst>
          <pc:docMk/>
          <pc:sldMk cId="3023427953" sldId="390"/>
        </pc:sldMkLst>
        <pc:spChg chg="mod">
          <ac:chgData name="Helina sergius" userId="ddd51f07fb35f066" providerId="Windows Live" clId="Web-{E5C3639A-5E92-442A-AC56-26F45D68A752}" dt="2024-11-21T17:13:54.185" v="254" actId="20577"/>
          <ac:spMkLst>
            <pc:docMk/>
            <pc:sldMk cId="3023427953" sldId="390"/>
            <ac:spMk id="2" creationId="{00000000-0000-0000-0000-000000000000}"/>
          </ac:spMkLst>
        </pc:spChg>
      </pc:sldChg>
      <pc:sldChg chg="addSp delSp modSp">
        <pc:chgData name="Helina sergius" userId="ddd51f07fb35f066" providerId="Windows Live" clId="Web-{E5C3639A-5E92-442A-AC56-26F45D68A752}" dt="2024-11-21T17:43:58.749" v="435" actId="1076"/>
        <pc:sldMkLst>
          <pc:docMk/>
          <pc:sldMk cId="1769472928" sldId="391"/>
        </pc:sldMkLst>
        <pc:spChg chg="del mod">
          <ac:chgData name="Helina sergius" userId="ddd51f07fb35f066" providerId="Windows Live" clId="Web-{E5C3639A-5E92-442A-AC56-26F45D68A752}" dt="2024-11-21T17:42:53.842" v="386"/>
          <ac:spMkLst>
            <pc:docMk/>
            <pc:sldMk cId="1769472928" sldId="391"/>
            <ac:spMk id="3" creationId="{00000000-0000-0000-0000-000000000000}"/>
          </ac:spMkLst>
        </pc:spChg>
        <pc:spChg chg="add del mod">
          <ac:chgData name="Helina sergius" userId="ddd51f07fb35f066" providerId="Windows Live" clId="Web-{E5C3639A-5E92-442A-AC56-26F45D68A752}" dt="2024-11-21T17:43:01.498" v="388"/>
          <ac:spMkLst>
            <pc:docMk/>
            <pc:sldMk cId="1769472928" sldId="391"/>
            <ac:spMk id="5" creationId="{D80503DA-8F09-2779-6B12-977A3ACEED32}"/>
          </ac:spMkLst>
        </pc:spChg>
        <pc:spChg chg="add mod">
          <ac:chgData name="Helina sergius" userId="ddd51f07fb35f066" providerId="Windows Live" clId="Web-{E5C3639A-5E92-442A-AC56-26F45D68A752}" dt="2024-11-21T17:43:58.749" v="435" actId="1076"/>
          <ac:spMkLst>
            <pc:docMk/>
            <pc:sldMk cId="1769472928" sldId="391"/>
            <ac:spMk id="7" creationId="{93EAF980-11F1-CD06-B8DE-55B52F3A0C5E}"/>
          </ac:spMkLst>
        </pc:spChg>
        <pc:picChg chg="add mod">
          <ac:chgData name="Helina sergius" userId="ddd51f07fb35f066" providerId="Windows Live" clId="Web-{E5C3639A-5E92-442A-AC56-26F45D68A752}" dt="2024-11-21T17:43:08.233" v="390" actId="1076"/>
          <ac:picMkLst>
            <pc:docMk/>
            <pc:sldMk cId="1769472928" sldId="391"/>
            <ac:picMk id="6" creationId="{30AEA0CF-22CA-CCB0-1B75-154AF0D558B8}"/>
          </ac:picMkLst>
        </pc:picChg>
      </pc:sldChg>
      <pc:sldChg chg="modSp del">
        <pc:chgData name="Helina sergius" userId="ddd51f07fb35f066" providerId="Windows Live" clId="Web-{E5C3639A-5E92-442A-AC56-26F45D68A752}" dt="2024-11-21T17:11:23.699" v="246"/>
        <pc:sldMkLst>
          <pc:docMk/>
          <pc:sldMk cId="1238379563" sldId="403"/>
        </pc:sldMkLst>
        <pc:spChg chg="mod">
          <ac:chgData name="Helina sergius" userId="ddd51f07fb35f066" providerId="Windows Live" clId="Web-{E5C3639A-5E92-442A-AC56-26F45D68A752}" dt="2024-11-21T17:06:50.815" v="218" actId="20577"/>
          <ac:spMkLst>
            <pc:docMk/>
            <pc:sldMk cId="1238379563" sldId="403"/>
            <ac:spMk id="7" creationId="{00000000-0000-0000-0000-000000000000}"/>
          </ac:spMkLst>
        </pc:spChg>
      </pc:sldChg>
      <pc:sldChg chg="addSp modSp">
        <pc:chgData name="Helina sergius" userId="ddd51f07fb35f066" providerId="Windows Live" clId="Web-{E5C3639A-5E92-442A-AC56-26F45D68A752}" dt="2024-11-21T17:11:51.527" v="252" actId="20577"/>
        <pc:sldMkLst>
          <pc:docMk/>
          <pc:sldMk cId="976432716" sldId="405"/>
        </pc:sldMkLst>
        <pc:spChg chg="mod">
          <ac:chgData name="Helina sergius" userId="ddd51f07fb35f066" providerId="Windows Live" clId="Web-{E5C3639A-5E92-442A-AC56-26F45D68A752}" dt="2024-11-21T17:11:35.605" v="247" actId="20577"/>
          <ac:spMkLst>
            <pc:docMk/>
            <pc:sldMk cId="976432716" sldId="405"/>
            <ac:spMk id="2" creationId="{7EF77328-2F29-A0F4-9DFB-5F8E742D2D72}"/>
          </ac:spMkLst>
        </pc:spChg>
        <pc:spChg chg="add mod">
          <ac:chgData name="Helina sergius" userId="ddd51f07fb35f066" providerId="Windows Live" clId="Web-{E5C3639A-5E92-442A-AC56-26F45D68A752}" dt="2024-11-21T17:11:51.527" v="252" actId="20577"/>
          <ac:spMkLst>
            <pc:docMk/>
            <pc:sldMk cId="976432716" sldId="405"/>
            <ac:spMk id="3" creationId="{90DF5794-3892-94C6-B01A-9A00B0D642B7}"/>
          </ac:spMkLst>
        </pc:spChg>
      </pc:sldChg>
      <pc:sldChg chg="addSp delSp modSp new">
        <pc:chgData name="Helina sergius" userId="ddd51f07fb35f066" providerId="Windows Live" clId="Web-{E5C3639A-5E92-442A-AC56-26F45D68A752}" dt="2024-11-21T17:20:08.344" v="295" actId="14100"/>
        <pc:sldMkLst>
          <pc:docMk/>
          <pc:sldMk cId="1662512342" sldId="406"/>
        </pc:sldMkLst>
        <pc:spChg chg="mod">
          <ac:chgData name="Helina sergius" userId="ddd51f07fb35f066" providerId="Windows Live" clId="Web-{E5C3639A-5E92-442A-AC56-26F45D68A752}" dt="2024-11-21T17:15:00.607" v="274" actId="20577"/>
          <ac:spMkLst>
            <pc:docMk/>
            <pc:sldMk cId="1662512342" sldId="406"/>
            <ac:spMk id="2" creationId="{E0307FA7-3A60-B387-9FE7-EBB99DF4FF25}"/>
          </ac:spMkLst>
        </pc:spChg>
        <pc:spChg chg="del">
          <ac:chgData name="Helina sergius" userId="ddd51f07fb35f066" providerId="Windows Live" clId="Web-{E5C3639A-5E92-442A-AC56-26F45D68A752}" dt="2024-11-21T17:18:32.469" v="275"/>
          <ac:spMkLst>
            <pc:docMk/>
            <pc:sldMk cId="1662512342" sldId="406"/>
            <ac:spMk id="3" creationId="{14B617CC-DC7D-9701-CBE8-1B6E6A8B1059}"/>
          </ac:spMkLst>
        </pc:spChg>
        <pc:spChg chg="add mod">
          <ac:chgData name="Helina sergius" userId="ddd51f07fb35f066" providerId="Windows Live" clId="Web-{E5C3639A-5E92-442A-AC56-26F45D68A752}" dt="2024-11-21T17:19:50.641" v="294" actId="20577"/>
          <ac:spMkLst>
            <pc:docMk/>
            <pc:sldMk cId="1662512342" sldId="406"/>
            <ac:spMk id="5" creationId="{89A77976-B66D-5C65-3362-F0434CC7E6B4}"/>
          </ac:spMkLst>
        </pc:spChg>
        <pc:picChg chg="add mod ord">
          <ac:chgData name="Helina sergius" userId="ddd51f07fb35f066" providerId="Windows Live" clId="Web-{E5C3639A-5E92-442A-AC56-26F45D68A752}" dt="2024-11-21T17:20:08.344" v="295" actId="14100"/>
          <ac:picMkLst>
            <pc:docMk/>
            <pc:sldMk cId="1662512342" sldId="406"/>
            <ac:picMk id="4" creationId="{9C77DA04-28C2-85C4-D193-2B437257237C}"/>
          </ac:picMkLst>
        </pc:picChg>
      </pc:sldChg>
      <pc:sldChg chg="del">
        <pc:chgData name="Helina sergius" userId="ddd51f07fb35f066" providerId="Windows Live" clId="Web-{E5C3639A-5E92-442A-AC56-26F45D68A752}" dt="2024-11-21T17:13:48.560" v="253"/>
        <pc:sldMkLst>
          <pc:docMk/>
          <pc:sldMk cId="2014936735" sldId="406"/>
        </pc:sldMkLst>
      </pc:sldChg>
      <pc:sldChg chg="addSp delSp modSp new">
        <pc:chgData name="Helina sergius" userId="ddd51f07fb35f066" providerId="Windows Live" clId="Web-{E5C3639A-5E92-442A-AC56-26F45D68A752}" dt="2024-11-21T17:37:01.635" v="344" actId="1076"/>
        <pc:sldMkLst>
          <pc:docMk/>
          <pc:sldMk cId="4266410052" sldId="407"/>
        </pc:sldMkLst>
        <pc:spChg chg="add del mod">
          <ac:chgData name="Helina sergius" userId="ddd51f07fb35f066" providerId="Windows Live" clId="Web-{E5C3639A-5E92-442A-AC56-26F45D68A752}" dt="2024-11-21T17:23:00.174" v="306" actId="20577"/>
          <ac:spMkLst>
            <pc:docMk/>
            <pc:sldMk cId="4266410052" sldId="407"/>
            <ac:spMk id="2" creationId="{88033F77-3AD3-7526-CF69-665D0F4DFDCC}"/>
          </ac:spMkLst>
        </pc:spChg>
        <pc:spChg chg="del mod">
          <ac:chgData name="Helina sergius" userId="ddd51f07fb35f066" providerId="Windows Live" clId="Web-{E5C3639A-5E92-442A-AC56-26F45D68A752}" dt="2024-11-21T17:23:24.393" v="310"/>
          <ac:spMkLst>
            <pc:docMk/>
            <pc:sldMk cId="4266410052" sldId="407"/>
            <ac:spMk id="3" creationId="{4E286A94-5928-2A5B-B25A-BA7DA379D7E1}"/>
          </ac:spMkLst>
        </pc:spChg>
        <pc:spChg chg="add del">
          <ac:chgData name="Helina sergius" userId="ddd51f07fb35f066" providerId="Windows Live" clId="Web-{E5C3639A-5E92-442A-AC56-26F45D68A752}" dt="2024-11-21T17:23:35.581" v="312"/>
          <ac:spMkLst>
            <pc:docMk/>
            <pc:sldMk cId="4266410052" sldId="407"/>
            <ac:spMk id="4" creationId="{63E07476-0B59-F20F-661A-E7AA0ECF83A5}"/>
          </ac:spMkLst>
        </pc:spChg>
        <pc:spChg chg="add mod">
          <ac:chgData name="Helina sergius" userId="ddd51f07fb35f066" providerId="Windows Live" clId="Web-{E5C3639A-5E92-442A-AC56-26F45D68A752}" dt="2024-11-21T17:23:56.237" v="329" actId="20577"/>
          <ac:spMkLst>
            <pc:docMk/>
            <pc:sldMk cId="4266410052" sldId="407"/>
            <ac:spMk id="5" creationId="{F392A80D-0036-5FE0-FB61-3C7D64AFBBE2}"/>
          </ac:spMkLst>
        </pc:spChg>
        <pc:picChg chg="add del mod">
          <ac:chgData name="Helina sergius" userId="ddd51f07fb35f066" providerId="Windows Live" clId="Web-{E5C3639A-5E92-442A-AC56-26F45D68A752}" dt="2024-11-21T17:36:26.619" v="339"/>
          <ac:picMkLst>
            <pc:docMk/>
            <pc:sldMk cId="4266410052" sldId="407"/>
            <ac:picMk id="6" creationId="{DFD1E51C-058D-5700-71F8-296A85C8A694}"/>
          </ac:picMkLst>
        </pc:picChg>
        <pc:picChg chg="add mod">
          <ac:chgData name="Helina sergius" userId="ddd51f07fb35f066" providerId="Windows Live" clId="Web-{E5C3639A-5E92-442A-AC56-26F45D68A752}" dt="2024-11-21T17:37:01.635" v="344" actId="1076"/>
          <ac:picMkLst>
            <pc:docMk/>
            <pc:sldMk cId="4266410052" sldId="407"/>
            <ac:picMk id="7" creationId="{958BDEC6-268D-8C88-E0C6-DE3DC84A4942}"/>
          </ac:picMkLst>
        </pc:picChg>
      </pc:sldChg>
      <pc:sldChg chg="addSp delSp modSp new">
        <pc:chgData name="Helina sergius" userId="ddd51f07fb35f066" providerId="Windows Live" clId="Web-{E5C3639A-5E92-442A-AC56-26F45D68A752}" dt="2024-11-21T17:39:15.730" v="383" actId="1076"/>
        <pc:sldMkLst>
          <pc:docMk/>
          <pc:sldMk cId="2459115891" sldId="408"/>
        </pc:sldMkLst>
        <pc:spChg chg="mod">
          <ac:chgData name="Helina sergius" userId="ddd51f07fb35f066" providerId="Windows Live" clId="Web-{E5C3639A-5E92-442A-AC56-26F45D68A752}" dt="2024-11-21T17:37:35.526" v="356" actId="20577"/>
          <ac:spMkLst>
            <pc:docMk/>
            <pc:sldMk cId="2459115891" sldId="408"/>
            <ac:spMk id="2" creationId="{F226545E-0FB5-ED60-510A-DB522D2033B4}"/>
          </ac:spMkLst>
        </pc:spChg>
        <pc:spChg chg="del mod">
          <ac:chgData name="Helina sergius" userId="ddd51f07fb35f066" providerId="Windows Live" clId="Web-{E5C3639A-5E92-442A-AC56-26F45D68A752}" dt="2024-11-21T17:37:42.886" v="358"/>
          <ac:spMkLst>
            <pc:docMk/>
            <pc:sldMk cId="2459115891" sldId="408"/>
            <ac:spMk id="3" creationId="{3B89B0B8-10FF-8D43-87C4-347FF002F935}"/>
          </ac:spMkLst>
        </pc:spChg>
        <pc:spChg chg="add mod">
          <ac:chgData name="Helina sergius" userId="ddd51f07fb35f066" providerId="Windows Live" clId="Web-{E5C3639A-5E92-442A-AC56-26F45D68A752}" dt="2024-11-21T17:38:11.683" v="377" actId="20577"/>
          <ac:spMkLst>
            <pc:docMk/>
            <pc:sldMk cId="2459115891" sldId="408"/>
            <ac:spMk id="4" creationId="{606343C7-EF22-19D7-94B8-975F9D2B787B}"/>
          </ac:spMkLst>
        </pc:spChg>
        <pc:picChg chg="add mod">
          <ac:chgData name="Helina sergius" userId="ddd51f07fb35f066" providerId="Windows Live" clId="Web-{E5C3639A-5E92-442A-AC56-26F45D68A752}" dt="2024-11-21T17:39:15.730" v="383" actId="1076"/>
          <ac:picMkLst>
            <pc:docMk/>
            <pc:sldMk cId="2459115891" sldId="408"/>
            <ac:picMk id="5" creationId="{B075C443-D527-F7BE-B003-743192DDDC18}"/>
          </ac:picMkLst>
        </pc:picChg>
      </pc:sldChg>
      <pc:sldChg chg="addSp delSp modSp new">
        <pc:chgData name="Helina sergius" userId="ddd51f07fb35f066" providerId="Windows Live" clId="Web-{E5C3639A-5E92-442A-AC56-26F45D68A752}" dt="2024-11-21T17:46:59.768" v="445" actId="1076"/>
        <pc:sldMkLst>
          <pc:docMk/>
          <pc:sldMk cId="1435417889" sldId="409"/>
        </pc:sldMkLst>
        <pc:spChg chg="mod">
          <ac:chgData name="Helina sergius" userId="ddd51f07fb35f066" providerId="Windows Live" clId="Web-{E5C3639A-5E92-442A-AC56-26F45D68A752}" dt="2024-11-21T17:46:59.659" v="444" actId="20577"/>
          <ac:spMkLst>
            <pc:docMk/>
            <pc:sldMk cId="1435417889" sldId="409"/>
            <ac:spMk id="2" creationId="{85F118AF-A9F8-A735-11C6-889FA0F6B4A8}"/>
          </ac:spMkLst>
        </pc:spChg>
        <pc:spChg chg="del mod">
          <ac:chgData name="Helina sergius" userId="ddd51f07fb35f066" providerId="Windows Live" clId="Web-{E5C3639A-5E92-442A-AC56-26F45D68A752}" dt="2024-11-21T17:44:38.280" v="438"/>
          <ac:spMkLst>
            <pc:docMk/>
            <pc:sldMk cId="1435417889" sldId="409"/>
            <ac:spMk id="3" creationId="{7BB64232-F815-5AC5-097E-0303FFBAA60C}"/>
          </ac:spMkLst>
        </pc:spChg>
        <pc:picChg chg="add mod">
          <ac:chgData name="Helina sergius" userId="ddd51f07fb35f066" providerId="Windows Live" clId="Web-{E5C3639A-5E92-442A-AC56-26F45D68A752}" dt="2024-11-21T17:46:59.768" v="445" actId="1076"/>
          <ac:picMkLst>
            <pc:docMk/>
            <pc:sldMk cId="1435417889" sldId="409"/>
            <ac:picMk id="4" creationId="{4BD82A56-A27E-887E-2D40-16F88147D69D}"/>
          </ac:picMkLst>
        </pc:picChg>
      </pc:sldChg>
    </pc:docChg>
  </pc:docChgLst>
  <pc:docChgLst>
    <pc:chgData name="Helina sergius" userId="ddd51f07fb35f066" providerId="Windows Live" clId="Web-{93A6B251-514C-4B3B-A148-9FF2E835A300}"/>
    <pc:docChg chg="addSld delSld modSld">
      <pc:chgData name="Helina sergius" userId="ddd51f07fb35f066" providerId="Windows Live" clId="Web-{93A6B251-514C-4B3B-A148-9FF2E835A300}" dt="2024-11-21T18:32:23.939" v="476" actId="20577"/>
      <pc:docMkLst>
        <pc:docMk/>
      </pc:docMkLst>
      <pc:sldChg chg="modSp">
        <pc:chgData name="Helina sergius" userId="ddd51f07fb35f066" providerId="Windows Live" clId="Web-{93A6B251-514C-4B3B-A148-9FF2E835A300}" dt="2024-11-21T18:16:41.397" v="448" actId="20577"/>
        <pc:sldMkLst>
          <pc:docMk/>
          <pc:sldMk cId="929866612" sldId="280"/>
        </pc:sldMkLst>
        <pc:spChg chg="mod">
          <ac:chgData name="Helina sergius" userId="ddd51f07fb35f066" providerId="Windows Live" clId="Web-{93A6B251-514C-4B3B-A148-9FF2E835A300}" dt="2024-11-21T18:16:41.397" v="448" actId="20577"/>
          <ac:spMkLst>
            <pc:docMk/>
            <pc:sldMk cId="929866612" sldId="280"/>
            <ac:spMk id="22" creationId="{00000000-0000-0000-0000-000000000000}"/>
          </ac:spMkLst>
        </pc:spChg>
      </pc:sldChg>
      <pc:sldChg chg="addSp delSp modSp">
        <pc:chgData name="Helina sergius" userId="ddd51f07fb35f066" providerId="Windows Live" clId="Web-{93A6B251-514C-4B3B-A148-9FF2E835A300}" dt="2024-11-21T18:15:21.675" v="442" actId="20577"/>
        <pc:sldMkLst>
          <pc:docMk/>
          <pc:sldMk cId="2074857849" sldId="281"/>
        </pc:sldMkLst>
        <pc:spChg chg="add del">
          <ac:chgData name="Helina sergius" userId="ddd51f07fb35f066" providerId="Windows Live" clId="Web-{93A6B251-514C-4B3B-A148-9FF2E835A300}" dt="2024-11-21T18:10:21.257" v="297"/>
          <ac:spMkLst>
            <pc:docMk/>
            <pc:sldMk cId="2074857849" sldId="281"/>
            <ac:spMk id="2" creationId="{5756AA2C-0FD7-10E6-1752-BE670EA3319A}"/>
          </ac:spMkLst>
        </pc:spChg>
        <pc:spChg chg="add mod">
          <ac:chgData name="Helina sergius" userId="ddd51f07fb35f066" providerId="Windows Live" clId="Web-{93A6B251-514C-4B3B-A148-9FF2E835A300}" dt="2024-11-21T18:14:50.549" v="426" actId="1076"/>
          <ac:spMkLst>
            <pc:docMk/>
            <pc:sldMk cId="2074857849" sldId="281"/>
            <ac:spMk id="3" creationId="{F62F2892-F0C7-7AAB-BA87-3392E49FD7CB}"/>
          </ac:spMkLst>
        </pc:spChg>
        <pc:spChg chg="add mod">
          <ac:chgData name="Helina sergius" userId="ddd51f07fb35f066" providerId="Windows Live" clId="Web-{93A6B251-514C-4B3B-A148-9FF2E835A300}" dt="2024-11-21T18:15:21.675" v="442" actId="20577"/>
          <ac:spMkLst>
            <pc:docMk/>
            <pc:sldMk cId="2074857849" sldId="281"/>
            <ac:spMk id="4" creationId="{E3922D97-AC41-9D30-A38A-33AF071761ED}"/>
          </ac:spMkLst>
        </pc:spChg>
        <pc:spChg chg="mod">
          <ac:chgData name="Helina sergius" userId="ddd51f07fb35f066" providerId="Windows Live" clId="Web-{93A6B251-514C-4B3B-A148-9FF2E835A300}" dt="2024-11-21T18:10:26.976" v="303" actId="20577"/>
          <ac:spMkLst>
            <pc:docMk/>
            <pc:sldMk cId="2074857849" sldId="281"/>
            <ac:spMk id="5" creationId="{00000000-0000-0000-0000-000000000000}"/>
          </ac:spMkLst>
        </pc:spChg>
      </pc:sldChg>
      <pc:sldChg chg="modSp">
        <pc:chgData name="Helina sergius" userId="ddd51f07fb35f066" providerId="Windows Live" clId="Web-{93A6B251-514C-4B3B-A148-9FF2E835A300}" dt="2024-11-21T18:29:55.933" v="456" actId="20577"/>
        <pc:sldMkLst>
          <pc:docMk/>
          <pc:sldMk cId="2540407932" sldId="366"/>
        </pc:sldMkLst>
        <pc:spChg chg="mod">
          <ac:chgData name="Helina sergius" userId="ddd51f07fb35f066" providerId="Windows Live" clId="Web-{93A6B251-514C-4B3B-A148-9FF2E835A300}" dt="2024-11-21T18:29:55.933" v="456" actId="20577"/>
          <ac:spMkLst>
            <pc:docMk/>
            <pc:sldMk cId="2540407932" sldId="366"/>
            <ac:spMk id="3" creationId="{00000000-0000-0000-0000-000000000000}"/>
          </ac:spMkLst>
        </pc:spChg>
      </pc:sldChg>
      <pc:sldChg chg="modSp">
        <pc:chgData name="Helina sergius" userId="ddd51f07fb35f066" providerId="Windows Live" clId="Web-{93A6B251-514C-4B3B-A148-9FF2E835A300}" dt="2024-11-21T18:30:10.105" v="458" actId="20577"/>
        <pc:sldMkLst>
          <pc:docMk/>
          <pc:sldMk cId="3548485719" sldId="380"/>
        </pc:sldMkLst>
        <pc:spChg chg="mod">
          <ac:chgData name="Helina sergius" userId="ddd51f07fb35f066" providerId="Windows Live" clId="Web-{93A6B251-514C-4B3B-A148-9FF2E835A300}" dt="2024-11-21T18:30:10.105" v="458" actId="20577"/>
          <ac:spMkLst>
            <pc:docMk/>
            <pc:sldMk cId="3548485719" sldId="380"/>
            <ac:spMk id="3" creationId="{00000000-0000-0000-0000-000000000000}"/>
          </ac:spMkLst>
        </pc:spChg>
      </pc:sldChg>
      <pc:sldChg chg="modSp">
        <pc:chgData name="Helina sergius" userId="ddd51f07fb35f066" providerId="Windows Live" clId="Web-{93A6B251-514C-4B3B-A148-9FF2E835A300}" dt="2024-11-21T18:30:29.622" v="460" actId="20577"/>
        <pc:sldMkLst>
          <pc:docMk/>
          <pc:sldMk cId="1332307297" sldId="383"/>
        </pc:sldMkLst>
        <pc:spChg chg="mod">
          <ac:chgData name="Helina sergius" userId="ddd51f07fb35f066" providerId="Windows Live" clId="Web-{93A6B251-514C-4B3B-A148-9FF2E835A300}" dt="2024-11-21T18:30:29.622" v="460" actId="20577"/>
          <ac:spMkLst>
            <pc:docMk/>
            <pc:sldMk cId="1332307297" sldId="383"/>
            <ac:spMk id="3" creationId="{00000000-0000-0000-0000-000000000000}"/>
          </ac:spMkLst>
        </pc:spChg>
      </pc:sldChg>
      <pc:sldChg chg="modSp">
        <pc:chgData name="Helina sergius" userId="ddd51f07fb35f066" providerId="Windows Live" clId="Web-{93A6B251-514C-4B3B-A148-9FF2E835A300}" dt="2024-11-21T18:31:06.061" v="462" actId="20577"/>
        <pc:sldMkLst>
          <pc:docMk/>
          <pc:sldMk cId="3106430246" sldId="384"/>
        </pc:sldMkLst>
        <pc:spChg chg="mod">
          <ac:chgData name="Helina sergius" userId="ddd51f07fb35f066" providerId="Windows Live" clId="Web-{93A6B251-514C-4B3B-A148-9FF2E835A300}" dt="2024-11-21T18:31:06.061" v="462" actId="20577"/>
          <ac:spMkLst>
            <pc:docMk/>
            <pc:sldMk cId="3106430246" sldId="384"/>
            <ac:spMk id="3" creationId="{00000000-0000-0000-0000-000000000000}"/>
          </ac:spMkLst>
        </pc:spChg>
      </pc:sldChg>
      <pc:sldChg chg="modSp">
        <pc:chgData name="Helina sergius" userId="ddd51f07fb35f066" providerId="Windows Live" clId="Web-{93A6B251-514C-4B3B-A148-9FF2E835A300}" dt="2024-11-21T18:31:58.860" v="470" actId="20577"/>
        <pc:sldMkLst>
          <pc:docMk/>
          <pc:sldMk cId="1921327580" sldId="392"/>
        </pc:sldMkLst>
        <pc:spChg chg="mod">
          <ac:chgData name="Helina sergius" userId="ddd51f07fb35f066" providerId="Windows Live" clId="Web-{93A6B251-514C-4B3B-A148-9FF2E835A300}" dt="2024-11-21T18:31:58.860" v="470" actId="20577"/>
          <ac:spMkLst>
            <pc:docMk/>
            <pc:sldMk cId="1921327580" sldId="392"/>
            <ac:spMk id="3" creationId="{00000000-0000-0000-0000-000000000000}"/>
          </ac:spMkLst>
        </pc:spChg>
      </pc:sldChg>
      <pc:sldChg chg="modSp">
        <pc:chgData name="Helina sergius" userId="ddd51f07fb35f066" providerId="Windows Live" clId="Web-{93A6B251-514C-4B3B-A148-9FF2E835A300}" dt="2024-11-21T18:32:15.860" v="472" actId="20577"/>
        <pc:sldMkLst>
          <pc:docMk/>
          <pc:sldMk cId="715374966" sldId="393"/>
        </pc:sldMkLst>
        <pc:spChg chg="mod">
          <ac:chgData name="Helina sergius" userId="ddd51f07fb35f066" providerId="Windows Live" clId="Web-{93A6B251-514C-4B3B-A148-9FF2E835A300}" dt="2024-11-21T18:32:15.860" v="472" actId="20577"/>
          <ac:spMkLst>
            <pc:docMk/>
            <pc:sldMk cId="715374966" sldId="393"/>
            <ac:spMk id="3" creationId="{00000000-0000-0000-0000-000000000000}"/>
          </ac:spMkLst>
        </pc:spChg>
      </pc:sldChg>
      <pc:sldChg chg="modSp">
        <pc:chgData name="Helina sergius" userId="ddd51f07fb35f066" providerId="Windows Live" clId="Web-{93A6B251-514C-4B3B-A148-9FF2E835A300}" dt="2024-11-21T18:32:17.110" v="474" actId="20577"/>
        <pc:sldMkLst>
          <pc:docMk/>
          <pc:sldMk cId="2110853201" sldId="394"/>
        </pc:sldMkLst>
        <pc:spChg chg="mod">
          <ac:chgData name="Helina sergius" userId="ddd51f07fb35f066" providerId="Windows Live" clId="Web-{93A6B251-514C-4B3B-A148-9FF2E835A300}" dt="2024-11-21T18:32:17.110" v="474" actId="20577"/>
          <ac:spMkLst>
            <pc:docMk/>
            <pc:sldMk cId="2110853201" sldId="394"/>
            <ac:spMk id="3" creationId="{00000000-0000-0000-0000-000000000000}"/>
          </ac:spMkLst>
        </pc:spChg>
      </pc:sldChg>
      <pc:sldChg chg="addSp delSp modSp">
        <pc:chgData name="Helina sergius" userId="ddd51f07fb35f066" providerId="Windows Live" clId="Web-{93A6B251-514C-4B3B-A148-9FF2E835A300}" dt="2024-11-21T18:32:23.939" v="476" actId="20577"/>
        <pc:sldMkLst>
          <pc:docMk/>
          <pc:sldMk cId="1930474785" sldId="395"/>
        </pc:sldMkLst>
        <pc:spChg chg="del mod">
          <ac:chgData name="Helina sergius" userId="ddd51f07fb35f066" providerId="Windows Live" clId="Web-{93A6B251-514C-4B3B-A148-9FF2E835A300}" dt="2024-11-21T18:07:10.793" v="273"/>
          <ac:spMkLst>
            <pc:docMk/>
            <pc:sldMk cId="1930474785" sldId="395"/>
            <ac:spMk id="3" creationId="{00000000-0000-0000-0000-000000000000}"/>
          </ac:spMkLst>
        </pc:spChg>
        <pc:spChg chg="add mod">
          <ac:chgData name="Helina sergius" userId="ddd51f07fb35f066" providerId="Windows Live" clId="Web-{93A6B251-514C-4B3B-A148-9FF2E835A300}" dt="2024-11-21T18:32:23.939" v="476" actId="20577"/>
          <ac:spMkLst>
            <pc:docMk/>
            <pc:sldMk cId="1930474785" sldId="395"/>
            <ac:spMk id="4" creationId="{1FCAA132-3C2E-B64A-3347-AF61071B6BDD}"/>
          </ac:spMkLst>
        </pc:spChg>
      </pc:sldChg>
      <pc:sldChg chg="del">
        <pc:chgData name="Helina sergius" userId="ddd51f07fb35f066" providerId="Windows Live" clId="Web-{93A6B251-514C-4B3B-A148-9FF2E835A300}" dt="2024-11-21T18:09:57.412" v="294"/>
        <pc:sldMkLst>
          <pc:docMk/>
          <pc:sldMk cId="2191802236" sldId="397"/>
        </pc:sldMkLst>
      </pc:sldChg>
      <pc:sldChg chg="del">
        <pc:chgData name="Helina sergius" userId="ddd51f07fb35f066" providerId="Windows Live" clId="Web-{93A6B251-514C-4B3B-A148-9FF2E835A300}" dt="2024-11-21T18:07:01.871" v="269"/>
        <pc:sldMkLst>
          <pc:docMk/>
          <pc:sldMk cId="3277262808" sldId="398"/>
        </pc:sldMkLst>
      </pc:sldChg>
      <pc:sldChg chg="del">
        <pc:chgData name="Helina sergius" userId="ddd51f07fb35f066" providerId="Windows Live" clId="Web-{93A6B251-514C-4B3B-A148-9FF2E835A300}" dt="2024-11-21T18:10:01.318" v="295"/>
        <pc:sldMkLst>
          <pc:docMk/>
          <pc:sldMk cId="2606368796" sldId="399"/>
        </pc:sldMkLst>
      </pc:sldChg>
      <pc:sldChg chg="modSp">
        <pc:chgData name="Helina sergius" userId="ddd51f07fb35f066" providerId="Windows Live" clId="Web-{93A6B251-514C-4B3B-A148-9FF2E835A300}" dt="2024-11-21T18:31:17.327" v="464" actId="20577"/>
        <pc:sldMkLst>
          <pc:docMk/>
          <pc:sldMk cId="2274401991" sldId="400"/>
        </pc:sldMkLst>
        <pc:spChg chg="mod">
          <ac:chgData name="Helina sergius" userId="ddd51f07fb35f066" providerId="Windows Live" clId="Web-{93A6B251-514C-4B3B-A148-9FF2E835A300}" dt="2024-11-21T18:31:17.327" v="464" actId="20577"/>
          <ac:spMkLst>
            <pc:docMk/>
            <pc:sldMk cId="2274401991" sldId="400"/>
            <ac:spMk id="3" creationId="{00000000-0000-0000-0000-000000000000}"/>
          </ac:spMkLst>
        </pc:spChg>
      </pc:sldChg>
      <pc:sldChg chg="modSp">
        <pc:chgData name="Helina sergius" userId="ddd51f07fb35f066" providerId="Windows Live" clId="Web-{93A6B251-514C-4B3B-A148-9FF2E835A300}" dt="2024-11-21T18:31:35.359" v="466" actId="20577"/>
        <pc:sldMkLst>
          <pc:docMk/>
          <pc:sldMk cId="3748888180" sldId="401"/>
        </pc:sldMkLst>
        <pc:spChg chg="mod">
          <ac:chgData name="Helina sergius" userId="ddd51f07fb35f066" providerId="Windows Live" clId="Web-{93A6B251-514C-4B3B-A148-9FF2E835A300}" dt="2024-11-21T18:31:35.359" v="466" actId="20577"/>
          <ac:spMkLst>
            <pc:docMk/>
            <pc:sldMk cId="3748888180" sldId="401"/>
            <ac:spMk id="3" creationId="{00000000-0000-0000-0000-000000000000}"/>
          </ac:spMkLst>
        </pc:spChg>
      </pc:sldChg>
      <pc:sldChg chg="modSp">
        <pc:chgData name="Helina sergius" userId="ddd51f07fb35f066" providerId="Windows Live" clId="Web-{93A6B251-514C-4B3B-A148-9FF2E835A300}" dt="2024-11-21T18:31:47.375" v="468" actId="20577"/>
        <pc:sldMkLst>
          <pc:docMk/>
          <pc:sldMk cId="812184282" sldId="402"/>
        </pc:sldMkLst>
        <pc:spChg chg="mod">
          <ac:chgData name="Helina sergius" userId="ddd51f07fb35f066" providerId="Windows Live" clId="Web-{93A6B251-514C-4B3B-A148-9FF2E835A300}" dt="2024-11-21T18:31:47.375" v="468" actId="20577"/>
          <ac:spMkLst>
            <pc:docMk/>
            <pc:sldMk cId="812184282" sldId="402"/>
            <ac:spMk id="3" creationId="{00000000-0000-0000-0000-000000000000}"/>
          </ac:spMkLst>
        </pc:spChg>
      </pc:sldChg>
      <pc:sldChg chg="del">
        <pc:chgData name="Helina sergius" userId="ddd51f07fb35f066" providerId="Windows Live" clId="Web-{93A6B251-514C-4B3B-A148-9FF2E835A300}" dt="2024-11-21T18:06:38.260" v="268"/>
        <pc:sldMkLst>
          <pc:docMk/>
          <pc:sldMk cId="735772069" sldId="404"/>
        </pc:sldMkLst>
      </pc:sldChg>
      <pc:sldChg chg="addSp modSp">
        <pc:chgData name="Helina sergius" userId="ddd51f07fb35f066" providerId="Windows Live" clId="Web-{93A6B251-514C-4B3B-A148-9FF2E835A300}" dt="2024-11-21T17:59:05.288" v="53" actId="1076"/>
        <pc:sldMkLst>
          <pc:docMk/>
          <pc:sldMk cId="1435417889" sldId="409"/>
        </pc:sldMkLst>
        <pc:spChg chg="add mod">
          <ac:chgData name="Helina sergius" userId="ddd51f07fb35f066" providerId="Windows Live" clId="Web-{93A6B251-514C-4B3B-A148-9FF2E835A300}" dt="2024-11-21T17:58:56.194" v="51" actId="1076"/>
          <ac:spMkLst>
            <pc:docMk/>
            <pc:sldMk cId="1435417889" sldId="409"/>
            <ac:spMk id="3" creationId="{E12F6086-813A-0DC9-3630-05E7B99B0168}"/>
          </ac:spMkLst>
        </pc:spChg>
        <pc:picChg chg="mod">
          <ac:chgData name="Helina sergius" userId="ddd51f07fb35f066" providerId="Windows Live" clId="Web-{93A6B251-514C-4B3B-A148-9FF2E835A300}" dt="2024-11-21T17:59:03.522" v="52" actId="1076"/>
          <ac:picMkLst>
            <pc:docMk/>
            <pc:sldMk cId="1435417889" sldId="409"/>
            <ac:picMk id="4" creationId="{4BD82A56-A27E-887E-2D40-16F88147D69D}"/>
          </ac:picMkLst>
        </pc:picChg>
        <pc:picChg chg="add mod">
          <ac:chgData name="Helina sergius" userId="ddd51f07fb35f066" providerId="Windows Live" clId="Web-{93A6B251-514C-4B3B-A148-9FF2E835A300}" dt="2024-11-21T17:59:05.288" v="53" actId="1076"/>
          <ac:picMkLst>
            <pc:docMk/>
            <pc:sldMk cId="1435417889" sldId="409"/>
            <ac:picMk id="5" creationId="{4C1084B8-EFDC-96AD-E410-A2A66EB052B1}"/>
          </ac:picMkLst>
        </pc:picChg>
      </pc:sldChg>
      <pc:sldChg chg="addSp delSp modSp new">
        <pc:chgData name="Helina sergius" userId="ddd51f07fb35f066" providerId="Windows Live" clId="Web-{93A6B251-514C-4B3B-A148-9FF2E835A300}" dt="2024-11-21T18:02:33.953" v="133" actId="14100"/>
        <pc:sldMkLst>
          <pc:docMk/>
          <pc:sldMk cId="3267085153" sldId="410"/>
        </pc:sldMkLst>
        <pc:spChg chg="mod">
          <ac:chgData name="Helina sergius" userId="ddd51f07fb35f066" providerId="Windows Live" clId="Web-{93A6B251-514C-4B3B-A148-9FF2E835A300}" dt="2024-11-21T17:59:38.461" v="61" actId="20577"/>
          <ac:spMkLst>
            <pc:docMk/>
            <pc:sldMk cId="3267085153" sldId="410"/>
            <ac:spMk id="2" creationId="{A8D0AD4C-D0A9-C04E-627E-C14A929C5BF0}"/>
          </ac:spMkLst>
        </pc:spChg>
        <pc:spChg chg="del mod">
          <ac:chgData name="Helina sergius" userId="ddd51f07fb35f066" providerId="Windows Live" clId="Web-{93A6B251-514C-4B3B-A148-9FF2E835A300}" dt="2024-11-21T17:59:43.102" v="63"/>
          <ac:spMkLst>
            <pc:docMk/>
            <pc:sldMk cId="3267085153" sldId="410"/>
            <ac:spMk id="3" creationId="{4D1276E9-398F-744D-FA24-FA9876629706}"/>
          </ac:spMkLst>
        </pc:spChg>
        <pc:spChg chg="add mod">
          <ac:chgData name="Helina sergius" userId="ddd51f07fb35f066" providerId="Windows Live" clId="Web-{93A6B251-514C-4B3B-A148-9FF2E835A300}" dt="2024-11-21T18:01:08.137" v="121" actId="1076"/>
          <ac:spMkLst>
            <pc:docMk/>
            <pc:sldMk cId="3267085153" sldId="410"/>
            <ac:spMk id="4" creationId="{7A13B226-3864-A2C5-D4B5-3D5EF783AA90}"/>
          </ac:spMkLst>
        </pc:spChg>
        <pc:picChg chg="add mod">
          <ac:chgData name="Helina sergius" userId="ddd51f07fb35f066" providerId="Windows Live" clId="Web-{93A6B251-514C-4B3B-A148-9FF2E835A300}" dt="2024-11-21T18:01:59.545" v="127" actId="1076"/>
          <ac:picMkLst>
            <pc:docMk/>
            <pc:sldMk cId="3267085153" sldId="410"/>
            <ac:picMk id="5" creationId="{1190344D-6FA5-85C8-955D-55BC0E22CB2D}"/>
          </ac:picMkLst>
        </pc:picChg>
        <pc:picChg chg="add mod">
          <ac:chgData name="Helina sergius" userId="ddd51f07fb35f066" providerId="Windows Live" clId="Web-{93A6B251-514C-4B3B-A148-9FF2E835A300}" dt="2024-11-21T18:02:33.953" v="133" actId="14100"/>
          <ac:picMkLst>
            <pc:docMk/>
            <pc:sldMk cId="3267085153" sldId="410"/>
            <ac:picMk id="6" creationId="{5B38FD32-FDDB-26AD-06DF-1F46F6ACCE15}"/>
          </ac:picMkLst>
        </pc:picChg>
      </pc:sldChg>
      <pc:sldChg chg="addSp delSp modSp new">
        <pc:chgData name="Helina sergius" userId="ddd51f07fb35f066" providerId="Windows Live" clId="Web-{93A6B251-514C-4B3B-A148-9FF2E835A300}" dt="2024-11-21T18:05:59.789" v="267" actId="14100"/>
        <pc:sldMkLst>
          <pc:docMk/>
          <pc:sldMk cId="1632588732" sldId="411"/>
        </pc:sldMkLst>
        <pc:spChg chg="mod">
          <ac:chgData name="Helina sergius" userId="ddd51f07fb35f066" providerId="Windows Live" clId="Web-{93A6B251-514C-4B3B-A148-9FF2E835A300}" dt="2024-11-21T18:03:16.454" v="162" actId="20577"/>
          <ac:spMkLst>
            <pc:docMk/>
            <pc:sldMk cId="1632588732" sldId="411"/>
            <ac:spMk id="2" creationId="{76E63940-04D2-28D7-5038-1F69EFD230BC}"/>
          </ac:spMkLst>
        </pc:spChg>
        <pc:spChg chg="del mod">
          <ac:chgData name="Helina sergius" userId="ddd51f07fb35f066" providerId="Windows Live" clId="Web-{93A6B251-514C-4B3B-A148-9FF2E835A300}" dt="2024-11-21T18:03:25.705" v="164"/>
          <ac:spMkLst>
            <pc:docMk/>
            <pc:sldMk cId="1632588732" sldId="411"/>
            <ac:spMk id="3" creationId="{1A050D7C-17B9-2C1C-70BB-C27FD571CCC0}"/>
          </ac:spMkLst>
        </pc:spChg>
        <pc:spChg chg="add mod">
          <ac:chgData name="Helina sergius" userId="ddd51f07fb35f066" providerId="Windows Live" clId="Web-{93A6B251-514C-4B3B-A148-9FF2E835A300}" dt="2024-11-21T18:04:36.630" v="256" actId="1076"/>
          <ac:spMkLst>
            <pc:docMk/>
            <pc:sldMk cId="1632588732" sldId="411"/>
            <ac:spMk id="4" creationId="{9A4DEAE4-5B8E-D167-391F-C67172D47FE3}"/>
          </ac:spMkLst>
        </pc:spChg>
        <pc:picChg chg="add mod">
          <ac:chgData name="Helina sergius" userId="ddd51f07fb35f066" providerId="Windows Live" clId="Web-{93A6B251-514C-4B3B-A148-9FF2E835A300}" dt="2024-11-21T18:05:59.789" v="267" actId="14100"/>
          <ac:picMkLst>
            <pc:docMk/>
            <pc:sldMk cId="1632588732" sldId="411"/>
            <ac:picMk id="5" creationId="{2F27F849-06E4-7C42-DC1F-319399201669}"/>
          </ac:picMkLst>
        </pc:picChg>
        <pc:picChg chg="add mod">
          <ac:chgData name="Helina sergius" userId="ddd51f07fb35f066" providerId="Windows Live" clId="Web-{93A6B251-514C-4B3B-A148-9FF2E835A300}" dt="2024-11-21T18:05:55.602" v="266" actId="14100"/>
          <ac:picMkLst>
            <pc:docMk/>
            <pc:sldMk cId="1632588732" sldId="411"/>
            <ac:picMk id="6" creationId="{33DF934F-D197-D1B4-5BE5-97546043AFC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11/21/2024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22</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23</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24</a:t>
            </a:fld>
            <a:endParaRPr lang="en-US"/>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indent="-342900" algn="ctr">
                <a:def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0021"/>
            <a:ext cx="9216010" cy="3231811"/>
          </a:xfrm>
          <a:prstGeom prst="rect">
            <a:avLst/>
          </a:prstGeom>
        </p:spPr>
      </p:pic>
      <p:grpSp>
        <p:nvGrpSpPr>
          <p:cNvPr id="20" name="Group 19"/>
          <p:cNvGrpSpPr/>
          <p:nvPr/>
        </p:nvGrpSpPr>
        <p:grpSpPr>
          <a:xfrm>
            <a:off x="-14748" y="971327"/>
            <a:ext cx="9173496" cy="5158381"/>
            <a:chOff x="-29496" y="977163"/>
            <a:chExt cx="9173496" cy="5158381"/>
          </a:xfrm>
        </p:grpSpPr>
        <p:sp>
          <p:nvSpPr>
            <p:cNvPr id="22" name="TextBox 21"/>
            <p:cNvSpPr txBox="1"/>
            <p:nvPr/>
          </p:nvSpPr>
          <p:spPr>
            <a:xfrm>
              <a:off x="177781" y="4812105"/>
              <a:ext cx="5999651" cy="1323439"/>
            </a:xfrm>
            <a:prstGeom prst="rect">
              <a:avLst/>
            </a:prstGeom>
            <a:noFill/>
          </p:spPr>
          <p:txBody>
            <a:bodyPr wrap="square" lIns="91440" tIns="45720" rIns="91440" bIns="45720" rtlCol="0" anchor="t">
              <a:spAutoFit/>
            </a:bodyPr>
            <a:lstStyle/>
            <a:p>
              <a:r>
                <a:rPr lang="en-US" sz="2000" b="1"/>
                <a:t>Register No : 220701090</a:t>
              </a:r>
            </a:p>
            <a:p>
              <a:r>
                <a:rPr lang="en-US" sz="2000" b="1"/>
                <a:t>Name : Helina Sergius D</a:t>
              </a:r>
            </a:p>
            <a:p>
              <a:r>
                <a:rPr lang="en-US" sz="2000" b="1"/>
                <a:t>Guide Name : </a:t>
              </a:r>
              <a:r>
                <a:rPr lang="en-US" sz="2000" b="1" err="1"/>
                <a:t>Mrs.J.Jinu</a:t>
              </a:r>
              <a:r>
                <a:rPr lang="en-US" sz="2000" b="1"/>
                <a:t> Sophia</a:t>
              </a:r>
            </a:p>
            <a:p>
              <a:r>
                <a:rPr lang="en-US" sz="2000" b="1"/>
                <a:t>Designation and Department : Assistant Professor(SG)</a:t>
              </a:r>
            </a:p>
          </p:txBody>
        </p:sp>
        <p:grpSp>
          <p:nvGrpSpPr>
            <p:cNvPr id="43" name="Group 42"/>
            <p:cNvGrpSpPr/>
            <p:nvPr/>
          </p:nvGrpSpPr>
          <p:grpSpPr>
            <a:xfrm>
              <a:off x="-29496" y="977163"/>
              <a:ext cx="9173496" cy="3638308"/>
              <a:chOff x="-29496" y="977163"/>
              <a:chExt cx="9173496" cy="3638308"/>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14748" y="1493499"/>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29496" y="977163"/>
                <a:ext cx="4014973" cy="1075928"/>
                <a:chOff x="-38782" y="1002202"/>
                <a:chExt cx="5278947" cy="1075928"/>
              </a:xfrm>
            </p:grpSpPr>
            <p:sp>
              <p:nvSpPr>
                <p:cNvPr id="51" name="Pentagon 50"/>
                <p:cNvSpPr/>
                <p:nvPr/>
              </p:nvSpPr>
              <p:spPr>
                <a:xfrm>
                  <a:off x="-38782" y="1002202"/>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a:solidFill>
                        <a:schemeClr val="bg1"/>
                      </a:solidFill>
                      <a:ea typeface="Open Sans Light" panose="020B0306030504020204" pitchFamily="34" charset="0"/>
                      <a:cs typeface="Open Sans Light" panose="020B0306030504020204" pitchFamily="34" charset="0"/>
                    </a:rPr>
                    <a:t>Introduction to </a:t>
                  </a:r>
                </a:p>
                <a:p>
                  <a:pPr algn="ctr"/>
                  <a:r>
                    <a:rPr lang="en-US" sz="2000" b="1">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287524" y="2576809"/>
                <a:ext cx="4646246" cy="1077218"/>
              </a:xfrm>
              <a:prstGeom prst="rect">
                <a:avLst/>
              </a:prstGeom>
              <a:noFill/>
            </p:spPr>
            <p:txBody>
              <a:bodyPr wrap="square" rtlCol="0">
                <a:spAutoFit/>
              </a:bodyPr>
              <a:lstStyle/>
              <a:p>
                <a:r>
                  <a:rPr lang="en-US" sz="3200" b="1">
                    <a:solidFill>
                      <a:schemeClr val="bg1"/>
                    </a:solidFill>
                    <a:ea typeface="Open Sans Bold" panose="020B0806030504020204" pitchFamily="34" charset="0"/>
                    <a:cs typeface="Open Sans Bold" panose="020B0806030504020204" pitchFamily="34" charset="0"/>
                  </a:rPr>
                  <a:t>Online Shopping Comparison Automation</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a:t>Abstract</a:t>
            </a:r>
            <a:endParaRPr lang="en-IN">
              <a:latin typeface="+mj-lt"/>
            </a:endParaRP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a:ea typeface="+mj-lt"/>
                <a:cs typeface="+mj-lt"/>
              </a:rPr>
              <a:t>The </a:t>
            </a:r>
            <a:r>
              <a:rPr lang="en-US" b="1">
                <a:ea typeface="+mj-lt"/>
                <a:cs typeface="+mj-lt"/>
              </a:rPr>
              <a:t>Online Shopping Comparison Bot</a:t>
            </a:r>
            <a:r>
              <a:rPr lang="en-US">
                <a:ea typeface="+mj-lt"/>
                <a:cs typeface="+mj-lt"/>
              </a:rPr>
              <a:t> is designed to automate the process of comparing product details from e-commerce platforms like Amazon and Flipkart. Using UiPath, a leading Robotic Process Automation (RPA) tool, the bot extracts key product information such as name, price, and ratings based on user input. The workflow includes launching the websites, searching for the specified product, and retrieving structured data in a systematic format. This automation eliminates the need for manual browsing, saves time, and ensures accurate comparisons by handling dynamic web page structures effectively. The project is an efficient solution for e-commerce analytics and supports informed decision-making in online shopping.</a:t>
            </a:r>
            <a:endParaRPr lang="en-US"/>
          </a:p>
          <a:p>
            <a:pPr marL="0" indent="0" algn="just">
              <a:lnSpc>
                <a:spcPct val="113999"/>
              </a:lnSpc>
              <a:buNone/>
            </a:pPr>
            <a:endParaRPr lang="en-US">
              <a:ea typeface="+mj-lt"/>
              <a:cs typeface="+mj-lt"/>
            </a:endParaRPr>
          </a:p>
          <a:p>
            <a:pPr>
              <a:lnSpc>
                <a:spcPct val="113999"/>
              </a:lnSpc>
            </a:pPr>
            <a:endParaRPr lang="en-US"/>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16632"/>
            <a:ext cx="8763000" cy="808037"/>
          </a:xfrm>
        </p:spPr>
        <p:txBody>
          <a:bodyPr>
            <a:normAutofit/>
          </a:bodyPr>
          <a:lstStyle/>
          <a:p>
            <a:r>
              <a:rPr lang="en-US"/>
              <a:t>Need for the Proposed System</a:t>
            </a:r>
            <a:endParaRPr lang="en-IN">
              <a:latin typeface="+mj-lt"/>
            </a:endParaRPr>
          </a:p>
        </p:txBody>
      </p:sp>
      <p:sp>
        <p:nvSpPr>
          <p:cNvPr id="3" name="Content Placeholder 2"/>
          <p:cNvSpPr>
            <a:spLocks noGrp="1"/>
          </p:cNvSpPr>
          <p:nvPr>
            <p:ph idx="1"/>
          </p:nvPr>
        </p:nvSpPr>
        <p:spPr/>
        <p:txBody>
          <a:bodyPr vert="horz" lIns="91440" tIns="45720" rIns="91440" bIns="45720" rtlCol="0" anchor="t">
            <a:normAutofit lnSpcReduction="10000"/>
          </a:bodyPr>
          <a:lstStyle/>
          <a:p>
            <a:pPr algn="just"/>
            <a:r>
              <a:rPr lang="en-US">
                <a:cs typeface="Times New Roman"/>
              </a:rPr>
              <a:t>The proposed system is essential for addressing the challenges of manual data extraction from e-commerce platforms like </a:t>
            </a:r>
            <a:r>
              <a:rPr lang="en-US" err="1">
                <a:cs typeface="Times New Roman"/>
              </a:rPr>
              <a:t>Flipkart</a:t>
            </a:r>
            <a:r>
              <a:rPr lang="en-US">
                <a:cs typeface="Times New Roman"/>
              </a:rPr>
              <a:t>, which is time-consuming, error-prone, and inefficient, especially when dealing with large volumes of data or frequent updates. Businesses require an automated solution to accurately extract product information such as names, prices, ratings for purposes like market analysis and competitor benchmarking. By utilizing </a:t>
            </a:r>
            <a:r>
              <a:rPr lang="en-US" err="1">
                <a:cs typeface="Times New Roman"/>
              </a:rPr>
              <a:t>UiPath</a:t>
            </a:r>
            <a:r>
              <a:rPr lang="en-US">
                <a:cs typeface="Times New Roman"/>
              </a:rPr>
              <a:t> for robotic process automation (RPA), the system ensures fast, consistent, and accurate data retrieval while reducing operational costs and enabling teams to focus on strategic tasks. Its adaptability to dynamic web structures further enhances its relevance and reliability in the rapidly evolving e-commerce landscape.</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Advantages of the Proposed System</a:t>
            </a:r>
            <a:endParaRPr lang="en-IN">
              <a:latin typeface="+mj-lt"/>
            </a:endParaRPr>
          </a:p>
        </p:txBody>
      </p:sp>
      <p:sp>
        <p:nvSpPr>
          <p:cNvPr id="3" name="Content Placeholder 2"/>
          <p:cNvSpPr>
            <a:spLocks noGrp="1"/>
          </p:cNvSpPr>
          <p:nvPr>
            <p:ph idx="1"/>
          </p:nvPr>
        </p:nvSpPr>
        <p:spPr/>
        <p:txBody>
          <a:bodyPr vert="horz" lIns="91440" tIns="45720" rIns="91440" bIns="45720" rtlCol="0" anchor="t">
            <a:normAutofit fontScale="92500" lnSpcReduction="20000"/>
          </a:bodyPr>
          <a:lstStyle/>
          <a:p>
            <a:pPr algn="just"/>
            <a:r>
              <a:rPr lang="en-US">
                <a:cs typeface="Times New Roman"/>
              </a:rPr>
              <a:t>The proposed system offers several advantages, particularly in enhancing the efficiency and accuracy of product data extraction from e-commerce platforms like Amazon and Flipkart. By automating the process of searching for products, retrieving detailed information, and displaying results for comparison, the system significantly reduces manual effort and the time required to gather product data. It ensures consistent and accurate extraction of key attributes such as product name, price, and rating, which can be used for data analysis or decision-making. Additionally, the automation is scalable and can be adapted to handle multiple product queries, making it ideal for large-scale e-commerce analytics. The system can also be extended with error handling and dynamic selectors, ensuring robustness even in the face of changing website structures. Moreover, by allowing parallel processing and comparing data across multiple platforms, it offers enhanced decision support for businesses and consumers looking to make informed purchasing choices.</a:t>
            </a:r>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Literature Survey</a:t>
            </a:r>
            <a:endParaRPr lang="en-IN">
              <a:latin typeface="+mj-lt"/>
            </a:endParaRPr>
          </a:p>
        </p:txBody>
      </p:sp>
      <p:sp>
        <p:nvSpPr>
          <p:cNvPr id="3" name="Content Placeholder 2"/>
          <p:cNvSpPr>
            <a:spLocks noGrp="1"/>
          </p:cNvSpPr>
          <p:nvPr>
            <p:ph idx="1"/>
          </p:nvPr>
        </p:nvSpPr>
        <p:spPr>
          <a:xfrm>
            <a:off x="173079" y="920352"/>
            <a:ext cx="8763000" cy="5334000"/>
          </a:xfrm>
        </p:spPr>
        <p:txBody>
          <a:bodyPr vert="horz" lIns="91440" tIns="45720" rIns="91440" bIns="45720" rtlCol="0" anchor="t">
            <a:normAutofit lnSpcReduction="10000"/>
          </a:bodyPr>
          <a:lstStyle/>
          <a:p>
            <a:pPr algn="just"/>
            <a:r>
              <a:rPr lang="en-US"/>
              <a:t>Paper 1</a:t>
            </a:r>
          </a:p>
          <a:p>
            <a:pPr algn="just"/>
            <a:r>
              <a:rPr lang="en-US" sz="1200"/>
              <a:t>https://www.researchgate.net/profile/David-Andrade-22/publication/349468774_Challenges_of_Automated_Software_Testing_with_Robotic_Process_Automation_RPA_-_A_Comparative_Analysis_of_UiPath_and_Automation_Anywhere/links/635452d68d4484154a23f8aa/Challenges-of-Automated-Software-Testing-with-Robotic-Process-Automation-RPA-A-Comparative-Analysis-of-UiPath-and-Automation-Anywhere.pdf?origin=journalDetail&amp;_tp=eyJwYWdlIjoiam91cm5hbERldGFpbCJ9</a:t>
            </a:r>
          </a:p>
          <a:p>
            <a:pPr algn="just"/>
            <a:r>
              <a:rPr lang="en-US"/>
              <a:t>Advantages </a:t>
            </a:r>
          </a:p>
          <a:p>
            <a:pPr algn="just"/>
            <a:r>
              <a:rPr lang="en-US" sz="1900"/>
              <a:t>Increased Efficiency: Bots can perform repetitive tasks 24/7 without breaks, allowing faster test execution and results compared to human testers</a:t>
            </a:r>
          </a:p>
          <a:p>
            <a:pPr algn="just"/>
            <a:r>
              <a:rPr lang="en-US" sz="1900"/>
              <a:t>Enhanced Accuracy: Automation reduces human errors, improving the reliability of test results, especially for tasks like regression testing</a:t>
            </a:r>
          </a:p>
          <a:p>
            <a:pPr algn="just"/>
            <a:r>
              <a:rPr lang="en-US"/>
              <a:t>Disadvantages</a:t>
            </a:r>
          </a:p>
          <a:p>
            <a:pPr algn="just"/>
            <a:r>
              <a:rPr lang="en-US" sz="1900"/>
              <a:t>Limited Scope for Complex Testing: RPA struggles with tasks requiring intuition or understanding of business logic, which often rely on human testers</a:t>
            </a:r>
          </a:p>
          <a:p>
            <a:pPr algn="just"/>
            <a:r>
              <a:rPr lang="en-US" sz="1900"/>
              <a:t>Maintenance Challenges: Upgrading and maintaining automation tools can be difficult and costly, especially if existing scripts are not forward-compatible​</a:t>
            </a:r>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908" y="80628"/>
            <a:ext cx="8763000" cy="808037"/>
          </a:xfrm>
        </p:spPr>
        <p:txBody>
          <a:bodyPr/>
          <a:lstStyle/>
          <a:p>
            <a:r>
              <a:rPr lang="en-US"/>
              <a:t>Literature Survey</a:t>
            </a:r>
            <a:endParaRPr lang="en-IN"/>
          </a:p>
        </p:txBody>
      </p:sp>
      <p:sp>
        <p:nvSpPr>
          <p:cNvPr id="3" name="Content Placeholder 2"/>
          <p:cNvSpPr>
            <a:spLocks noGrp="1"/>
          </p:cNvSpPr>
          <p:nvPr>
            <p:ph idx="1"/>
          </p:nvPr>
        </p:nvSpPr>
        <p:spPr>
          <a:xfrm>
            <a:off x="176908" y="1448780"/>
            <a:ext cx="8763000" cy="5334000"/>
          </a:xfrm>
        </p:spPr>
        <p:txBody>
          <a:bodyPr vert="horz" lIns="91440" tIns="45720" rIns="91440" bIns="45720" rtlCol="0" anchor="t">
            <a:normAutofit fontScale="70000" lnSpcReduction="20000"/>
          </a:bodyPr>
          <a:lstStyle/>
          <a:p>
            <a:pPr algn="just"/>
            <a:r>
              <a:rPr lang="en-US" sz="3100"/>
              <a:t>Paper 2</a:t>
            </a:r>
            <a:endParaRPr lang="en-US"/>
          </a:p>
          <a:p>
            <a:pPr algn="just"/>
            <a:r>
              <a:rPr lang="en-US"/>
              <a:t>https://citeseerx.ist.psu.edu/document?repid=rep1&amp;type=pdf&amp;doi=85234fad821de5dc764aa8652edd37d07705557c</a:t>
            </a:r>
          </a:p>
          <a:p>
            <a:pPr algn="just"/>
            <a:r>
              <a:rPr lang="en-US" sz="3100"/>
              <a:t>Advantages</a:t>
            </a:r>
          </a:p>
          <a:p>
            <a:pPr algn="just"/>
            <a:r>
              <a:rPr lang="en-US"/>
              <a:t>Efficiency in Comparison Shopping: The system automates price comparisons, significantly reducing the time users spend manually searching for product deals across multiple websites.</a:t>
            </a:r>
          </a:p>
          <a:p>
            <a:pPr algn="just"/>
            <a:r>
              <a:rPr lang="en-US"/>
              <a:t>Scalability and Adaptability: By integrating machine learning for automatic information extraction, the system can adapt to changes in website layouts, reducing the need for frequent manual code updates.</a:t>
            </a:r>
          </a:p>
          <a:p>
            <a:pPr algn="just"/>
            <a:r>
              <a:rPr lang="en-US" sz="3100"/>
              <a:t>Disadvantages</a:t>
            </a:r>
          </a:p>
          <a:p>
            <a:pPr algn="just"/>
            <a:r>
              <a:rPr lang="en-US"/>
              <a:t>Dependence on System Resources: The performance is heavily dependent on system capabilities, with efficiency gains plateauing as the number of agents increases due to limited hardware resources.</a:t>
            </a:r>
          </a:p>
          <a:p>
            <a:pPr algn="just"/>
            <a:r>
              <a:rPr lang="en-US"/>
              <a:t>Maintenance Requirements: Frequent changes in target website structures necessitate periodic retraining or updating of the system to maintain its functionality.</a:t>
            </a:r>
          </a:p>
          <a:p>
            <a:pPr algn="just"/>
            <a:endParaRPr lang="en-US"/>
          </a:p>
          <a:p>
            <a:pPr marL="0" indent="0">
              <a:buNone/>
            </a:pPr>
            <a:endParaRPr lang="en-IN"/>
          </a:p>
        </p:txBody>
      </p:sp>
    </p:spTree>
    <p:extLst>
      <p:ext uri="{BB962C8B-B14F-4D97-AF65-F5344CB8AC3E}">
        <p14:creationId xmlns:p14="http://schemas.microsoft.com/office/powerpoint/2010/main" val="2274401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Main Objective</a:t>
            </a:r>
            <a:endParaRPr lang="en-IN"/>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a:cs typeface="Times New Roman"/>
              </a:rPr>
              <a:t>The main objective of this project is to automate the process of extracting and comparing product details, such as name, price, rating, and image, from multiple e-commerce platforms (Amazon and Flipkart) using UiPath. This automation aims to streamline the collection of relevant product information, minimize manual effort, and provide quick and accurate insights for decision-making, whether for consumers comparing products or businesses conducting e-commerce analytics. By leveraging robotic process automation (RPA), the project seeks to enhance efficiency, accuracy, and scalability in gathering and analyzing product data from online marketplaces.</a:t>
            </a:r>
            <a:endParaRPr lang="en-IN">
              <a:cs typeface="Times New Roman"/>
            </a:endParaRPr>
          </a:p>
        </p:txBody>
      </p:sp>
    </p:spTree>
    <p:extLst>
      <p:ext uri="{BB962C8B-B14F-4D97-AF65-F5344CB8AC3E}">
        <p14:creationId xmlns:p14="http://schemas.microsoft.com/office/powerpoint/2010/main" val="3748888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Architecture</a:t>
            </a:r>
            <a:endParaRPr lang="en-IN">
              <a:latin typeface="+mj-lt"/>
            </a:endParaRPr>
          </a:p>
        </p:txBody>
      </p:sp>
      <p:pic>
        <p:nvPicPr>
          <p:cNvPr id="3" name="Content Placeholder 2" descr="A diagram of a workflow&#10;&#10;Description automatically generated">
            <a:extLst>
              <a:ext uri="{FF2B5EF4-FFF2-40B4-BE49-F238E27FC236}">
                <a16:creationId xmlns:a16="http://schemas.microsoft.com/office/drawing/2014/main" id="{2F6DDE2C-CF6B-0D7A-382D-034E56C6D95F}"/>
              </a:ext>
            </a:extLst>
          </p:cNvPr>
          <p:cNvPicPr>
            <a:picLocks noGrp="1" noChangeAspect="1"/>
          </p:cNvPicPr>
          <p:nvPr>
            <p:ph idx="1"/>
          </p:nvPr>
        </p:nvPicPr>
        <p:blipFill>
          <a:blip r:embed="rId4"/>
          <a:stretch>
            <a:fillRect/>
          </a:stretch>
        </p:blipFill>
        <p:spPr>
          <a:xfrm>
            <a:off x="1730460" y="1181711"/>
            <a:ext cx="5777241" cy="4742534"/>
          </a:xfrm>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System Requirements</a:t>
            </a:r>
            <a:endParaRPr lang="en-IN"/>
          </a:p>
        </p:txBody>
      </p:sp>
      <p:sp>
        <p:nvSpPr>
          <p:cNvPr id="3" name="Content Placeholder 2"/>
          <p:cNvSpPr>
            <a:spLocks noGrp="1"/>
          </p:cNvSpPr>
          <p:nvPr>
            <p:ph idx="1"/>
          </p:nvPr>
        </p:nvSpPr>
        <p:spPr>
          <a:xfrm>
            <a:off x="170776" y="1052736"/>
            <a:ext cx="8763000" cy="5334000"/>
          </a:xfrm>
        </p:spPr>
        <p:txBody>
          <a:bodyPr vert="horz" lIns="91440" tIns="45720" rIns="91440" bIns="45720" rtlCol="0" anchor="t">
            <a:normAutofit fontScale="92500" lnSpcReduction="20000"/>
          </a:bodyPr>
          <a:lstStyle/>
          <a:p>
            <a:pPr algn="just"/>
            <a:r>
              <a:rPr lang="en-IN" sz="2800"/>
              <a:t>HARDWARE</a:t>
            </a:r>
          </a:p>
          <a:p>
            <a:pPr lvl="0" algn="just"/>
            <a:r>
              <a:rPr lang="en-US" sz="2100">
                <a:latin typeface="Arial"/>
                <a:cs typeface="Times New Roman"/>
              </a:rPr>
              <a:t>Processor: A multi-core processor (Intel i5 or higher recommended).</a:t>
            </a:r>
          </a:p>
          <a:p>
            <a:pPr algn="just"/>
            <a:r>
              <a:rPr lang="en-US" sz="2100">
                <a:latin typeface="Arial"/>
                <a:cs typeface="Times New Roman"/>
              </a:rPr>
              <a:t>RAM: 8GB RAM or more.</a:t>
            </a:r>
          </a:p>
          <a:p>
            <a:pPr lvl="0" algn="just"/>
            <a:r>
              <a:rPr lang="en-US" sz="2100">
                <a:latin typeface="Arial"/>
                <a:cs typeface="Times New Roman"/>
              </a:rPr>
              <a:t>Storage: 10GB of free disk space for installing UiPath Studio and related software</a:t>
            </a:r>
          </a:p>
          <a:p>
            <a:pPr lvl="0" algn="just"/>
            <a:r>
              <a:rPr lang="en-US" sz="2100">
                <a:latin typeface="Arial" panose="020B0604020202020204" pitchFamily="34" charset="0"/>
              </a:rPr>
              <a:t>Display: A screen resolution of 1920x1080 or higher. </a:t>
            </a:r>
          </a:p>
          <a:p>
            <a:pPr algn="just"/>
            <a:endParaRPr lang="en-IN" sz="2100"/>
          </a:p>
          <a:p>
            <a:pPr algn="just"/>
            <a:r>
              <a:rPr lang="en-IN" sz="2800"/>
              <a:t>SOFTWARE</a:t>
            </a:r>
          </a:p>
          <a:p>
            <a:pPr algn="just"/>
            <a:r>
              <a:rPr lang="en-US" sz="2100">
                <a:cs typeface="Times New Roman"/>
              </a:rPr>
              <a:t>Operating System: Windows 10 or higher (64-bit recommended).</a:t>
            </a:r>
          </a:p>
          <a:p>
            <a:pPr algn="just"/>
            <a:r>
              <a:rPr lang="en-US" sz="2100">
                <a:cs typeface="Times New Roman"/>
              </a:rPr>
              <a:t>UiPath Studio: The latest version of UiPath Studio, which is the RPA development environment.</a:t>
            </a:r>
          </a:p>
          <a:p>
            <a:pPr algn="just"/>
            <a:r>
              <a:rPr lang="en-US" sz="2100">
                <a:cs typeface="Times New Roman"/>
              </a:rPr>
              <a:t>Web Browser: Microsoft Edge (or any supported browser such as Chrome or Firefox) for automating the web interactions.</a:t>
            </a:r>
          </a:p>
          <a:p>
            <a:pPr algn="just"/>
            <a:r>
              <a:rPr lang="en-US" sz="2100">
                <a:cs typeface="Times New Roman"/>
              </a:rPr>
              <a:t>UiPath Extensions: Browser extensions for UiPath to enable web automation in Microsoft Edge or other browsers</a:t>
            </a:r>
            <a:r>
              <a:rPr lang="en-US">
                <a:cs typeface="Times New Roman"/>
              </a:rPr>
              <a:t>.</a:t>
            </a:r>
            <a:endParaRPr lang="en-IN">
              <a:cs typeface="Times New Roman"/>
            </a:endParaRPr>
          </a:p>
        </p:txBody>
      </p:sp>
    </p:spTree>
    <p:extLst>
      <p:ext uri="{BB962C8B-B14F-4D97-AF65-F5344CB8AC3E}">
        <p14:creationId xmlns:p14="http://schemas.microsoft.com/office/powerpoint/2010/main" val="812184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Functional Description</a:t>
            </a:r>
            <a:endParaRPr lang="en-IN">
              <a:latin typeface="+mj-lt"/>
            </a:endParaRPr>
          </a:p>
        </p:txBody>
      </p:sp>
      <p:sp>
        <p:nvSpPr>
          <p:cNvPr id="3" name="Content Placeholder 2"/>
          <p:cNvSpPr>
            <a:spLocks noGrp="1"/>
          </p:cNvSpPr>
          <p:nvPr>
            <p:ph type="body" sz="half" idx="4294967295"/>
          </p:nvPr>
        </p:nvSpPr>
        <p:spPr>
          <a:xfrm>
            <a:off x="-4169" y="923800"/>
            <a:ext cx="9167275" cy="5498388"/>
          </a:xfrm>
        </p:spPr>
        <p:txBody>
          <a:bodyPr vert="horz" lIns="91440" tIns="45720" rIns="91440" bIns="45720" rtlCol="0" anchor="t">
            <a:normAutofit/>
          </a:bodyPr>
          <a:lstStyle/>
          <a:p>
            <a:pPr marL="0" indent="0">
              <a:buNone/>
            </a:pPr>
            <a:r>
              <a:rPr lang="en-US" sz="3800"/>
              <a:t> </a:t>
            </a:r>
            <a:r>
              <a:rPr lang="en-US" sz="3800">
                <a:latin typeface="Calibri"/>
                <a:cs typeface="Calibri"/>
              </a:rPr>
              <a:t>                    </a:t>
            </a:r>
            <a:r>
              <a:rPr lang="en-US" sz="1800">
                <a:latin typeface="Times New Roman"/>
                <a:cs typeface="Times New Roman"/>
              </a:rPr>
              <a:t>SEQUENCE - SYSTEM FLOW DIAGRAM</a:t>
            </a:r>
            <a:endParaRPr lang="en-US" sz="1800" err="1">
              <a:latin typeface="Calibri"/>
              <a:cs typeface="Calibri"/>
            </a:endParaRPr>
          </a:p>
        </p:txBody>
      </p:sp>
      <p:pic>
        <p:nvPicPr>
          <p:cNvPr id="4" name="Picture 3" descr="A flowchart of a product">
            <a:extLst>
              <a:ext uri="{FF2B5EF4-FFF2-40B4-BE49-F238E27FC236}">
                <a16:creationId xmlns:a16="http://schemas.microsoft.com/office/drawing/2014/main" id="{EB7311FE-2296-CCDB-8E40-11A4ED649771}"/>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192985" y="1684420"/>
            <a:ext cx="6346483" cy="4739397"/>
          </a:xfrm>
          <a:prstGeom prst="rect">
            <a:avLst/>
          </a:prstGeom>
        </p:spPr>
      </p:pic>
      <p:sp>
        <p:nvSpPr>
          <p:cNvPr id="8" name="TextBox 7">
            <a:extLst>
              <a:ext uri="{FF2B5EF4-FFF2-40B4-BE49-F238E27FC236}">
                <a16:creationId xmlns:a16="http://schemas.microsoft.com/office/drawing/2014/main" id="{27B88B19-4056-58B9-CB55-9EBA443E5AD2}"/>
              </a:ext>
            </a:extLst>
          </p:cNvPr>
          <p:cNvSpPr txBox="1"/>
          <p:nvPr/>
        </p:nvSpPr>
        <p:spPr>
          <a:xfrm>
            <a:off x="4793663" y="1686806"/>
            <a:ext cx="3658373" cy="584775"/>
          </a:xfrm>
          <a:prstGeom prst="rect">
            <a:avLst/>
          </a:prstGeom>
          <a:solidFill>
            <a:srgbClr val="FAF082"/>
          </a:solidFill>
          <a:ln>
            <a:solidFill>
              <a:srgbClr val="FFFF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mn-lt"/>
                <a:cs typeface="+mn-lt"/>
              </a:rPr>
              <a:t>The Amazon workflow begins by launching the Amazon website</a:t>
            </a:r>
            <a:r>
              <a:rPr lang="en-US">
                <a:ea typeface="+mn-lt"/>
                <a:cs typeface="+mn-lt"/>
              </a:rPr>
              <a:t>.</a:t>
            </a:r>
            <a:endParaRPr lang="en-US"/>
          </a:p>
        </p:txBody>
      </p:sp>
      <p:cxnSp>
        <p:nvCxnSpPr>
          <p:cNvPr id="9" name="Connector: Curved 8">
            <a:extLst>
              <a:ext uri="{FF2B5EF4-FFF2-40B4-BE49-F238E27FC236}">
                <a16:creationId xmlns:a16="http://schemas.microsoft.com/office/drawing/2014/main" id="{EC292E44-0765-962F-9935-D7EFD83CCC4E}"/>
              </a:ext>
            </a:extLst>
          </p:cNvPr>
          <p:cNvCxnSpPr/>
          <p:nvPr/>
        </p:nvCxnSpPr>
        <p:spPr>
          <a:xfrm flipV="1">
            <a:off x="4456457" y="2088329"/>
            <a:ext cx="333747" cy="231216"/>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6AEC91CF-B150-E9E3-3732-5F03B2BCCFEE}"/>
              </a:ext>
            </a:extLst>
          </p:cNvPr>
          <p:cNvSpPr txBox="1"/>
          <p:nvPr/>
        </p:nvSpPr>
        <p:spPr>
          <a:xfrm>
            <a:off x="577938" y="2693414"/>
            <a:ext cx="1710317" cy="738664"/>
          </a:xfrm>
          <a:prstGeom prst="rect">
            <a:avLst/>
          </a:prstGeom>
          <a:solidFill>
            <a:srgbClr val="FAF082"/>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mn-lt"/>
                <a:cs typeface="+mn-lt"/>
              </a:rPr>
              <a:t>The product name is entered, and the search is triggered.</a:t>
            </a:r>
            <a:endParaRPr lang="en-US" sz="1400">
              <a:cs typeface="Calibri"/>
            </a:endParaRPr>
          </a:p>
        </p:txBody>
      </p:sp>
      <p:cxnSp>
        <p:nvCxnSpPr>
          <p:cNvPr id="12" name="Connector: Curved 11">
            <a:extLst>
              <a:ext uri="{FF2B5EF4-FFF2-40B4-BE49-F238E27FC236}">
                <a16:creationId xmlns:a16="http://schemas.microsoft.com/office/drawing/2014/main" id="{73858A79-6E6A-CA94-06F0-58BB6F33ED04}"/>
              </a:ext>
            </a:extLst>
          </p:cNvPr>
          <p:cNvCxnSpPr/>
          <p:nvPr/>
        </p:nvCxnSpPr>
        <p:spPr>
          <a:xfrm flipH="1">
            <a:off x="2294632" y="2858024"/>
            <a:ext cx="398612" cy="98345"/>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B79B261-E12E-E736-BF26-ECF6E647A395}"/>
              </a:ext>
            </a:extLst>
          </p:cNvPr>
          <p:cNvSpPr txBox="1"/>
          <p:nvPr/>
        </p:nvSpPr>
        <p:spPr>
          <a:xfrm>
            <a:off x="4827849" y="2445117"/>
            <a:ext cx="3625279" cy="1231106"/>
          </a:xfrm>
          <a:prstGeom prst="rect">
            <a:avLst/>
          </a:prstGeom>
          <a:solidFill>
            <a:srgbClr val="FAF08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1400" b="1">
                <a:ea typeface="+mn-lt"/>
                <a:cs typeface="+mn-lt"/>
              </a:rPr>
              <a:t> If Yes</a:t>
            </a:r>
            <a:r>
              <a:rPr lang="en-US" sz="1400">
                <a:ea typeface="+mn-lt"/>
                <a:cs typeface="+mn-lt"/>
              </a:rPr>
              <a:t>: Extracts product details (name, price, ratings) and stores them.</a:t>
            </a:r>
            <a:endParaRPr lang="en-US" sz="1400">
              <a:cs typeface="Calibri"/>
            </a:endParaRPr>
          </a:p>
          <a:p>
            <a:endParaRPr lang="en-US" sz="1400">
              <a:ea typeface="+mn-lt"/>
              <a:cs typeface="+mn-lt"/>
            </a:endParaRPr>
          </a:p>
          <a:p>
            <a:pPr>
              <a:buFont typeface="Arial"/>
              <a:buChar char="•"/>
            </a:pPr>
            <a:r>
              <a:rPr lang="en-US" sz="1400" b="1">
                <a:ea typeface="+mn-lt"/>
                <a:cs typeface="+mn-lt"/>
              </a:rPr>
              <a:t> If No</a:t>
            </a:r>
            <a:r>
              <a:rPr lang="en-US" sz="1400">
                <a:ea typeface="+mn-lt"/>
                <a:cs typeface="+mn-lt"/>
              </a:rPr>
              <a:t>: Logs an error indicating no results were found</a:t>
            </a:r>
            <a:r>
              <a:rPr lang="en-US">
                <a:ea typeface="+mn-lt"/>
                <a:cs typeface="+mn-lt"/>
              </a:rPr>
              <a:t>.</a:t>
            </a:r>
            <a:endParaRPr lang="en-US"/>
          </a:p>
        </p:txBody>
      </p:sp>
      <p:cxnSp>
        <p:nvCxnSpPr>
          <p:cNvPr id="14" name="Connector: Curved 13">
            <a:extLst>
              <a:ext uri="{FF2B5EF4-FFF2-40B4-BE49-F238E27FC236}">
                <a16:creationId xmlns:a16="http://schemas.microsoft.com/office/drawing/2014/main" id="{3D9B1B82-8868-BE04-9806-CC55180A5C10}"/>
              </a:ext>
            </a:extLst>
          </p:cNvPr>
          <p:cNvCxnSpPr/>
          <p:nvPr/>
        </p:nvCxnSpPr>
        <p:spPr>
          <a:xfrm flipV="1">
            <a:off x="4187382" y="3132265"/>
            <a:ext cx="642382" cy="670630"/>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784506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77328-2F29-A0F4-9DFB-5F8E742D2D72}"/>
              </a:ext>
            </a:extLst>
          </p:cNvPr>
          <p:cNvSpPr>
            <a:spLocks noGrp="1"/>
          </p:cNvSpPr>
          <p:nvPr>
            <p:ph type="title"/>
          </p:nvPr>
        </p:nvSpPr>
        <p:spPr/>
        <p:txBody>
          <a:bodyPr>
            <a:normAutofit fontScale="90000"/>
          </a:bodyPr>
          <a:lstStyle/>
          <a:p>
            <a:r>
              <a:rPr lang="en-US">
                <a:ea typeface="Open Sans Semibold"/>
                <a:cs typeface="Calibri"/>
              </a:rPr>
              <a:t>Table Design</a:t>
            </a:r>
            <a:br>
              <a:rPr lang="en-US">
                <a:ea typeface="Open Sans Semibold"/>
                <a:cs typeface="Calibri"/>
              </a:rPr>
            </a:br>
            <a:endParaRPr lang="en-US" sz="3600">
              <a:cs typeface="Calibri"/>
            </a:endParaRPr>
          </a:p>
        </p:txBody>
      </p:sp>
      <p:pic>
        <p:nvPicPr>
          <p:cNvPr id="7" name="Content Placeholder 6" descr="A screenshot of a computer&#10;&#10;Description automatically generated">
            <a:extLst>
              <a:ext uri="{FF2B5EF4-FFF2-40B4-BE49-F238E27FC236}">
                <a16:creationId xmlns:a16="http://schemas.microsoft.com/office/drawing/2014/main" id="{A493F5B9-E486-2900-DC79-AE15B4AB291D}"/>
              </a:ext>
            </a:extLst>
          </p:cNvPr>
          <p:cNvPicPr>
            <a:picLocks noGrp="1" noChangeAspect="1"/>
          </p:cNvPicPr>
          <p:nvPr>
            <p:ph idx="1"/>
          </p:nvPr>
        </p:nvPicPr>
        <p:blipFill>
          <a:blip r:embed="rId2"/>
          <a:stretch>
            <a:fillRect/>
          </a:stretch>
        </p:blipFill>
        <p:spPr>
          <a:xfrm>
            <a:off x="3657600" y="1600200"/>
            <a:ext cx="1828800" cy="4114800"/>
          </a:xfrm>
        </p:spPr>
      </p:pic>
      <p:sp>
        <p:nvSpPr>
          <p:cNvPr id="3" name="TextBox 2">
            <a:extLst>
              <a:ext uri="{FF2B5EF4-FFF2-40B4-BE49-F238E27FC236}">
                <a16:creationId xmlns:a16="http://schemas.microsoft.com/office/drawing/2014/main" id="{90DF5794-3892-94C6-B01A-9A00B0D642B7}"/>
              </a:ext>
            </a:extLst>
          </p:cNvPr>
          <p:cNvSpPr txBox="1"/>
          <p:nvPr/>
        </p:nvSpPr>
        <p:spPr>
          <a:xfrm>
            <a:off x="518430" y="1148954"/>
            <a:ext cx="15693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ERD</a:t>
            </a:r>
            <a:endParaRPr lang="en-US"/>
          </a:p>
        </p:txBody>
      </p:sp>
    </p:spTree>
    <p:extLst>
      <p:ext uri="{BB962C8B-B14F-4D97-AF65-F5344CB8AC3E}">
        <p14:creationId xmlns:p14="http://schemas.microsoft.com/office/powerpoint/2010/main" val="976432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ea typeface="Open Sans Semibold"/>
                <a:cs typeface="Open Sans Semibold"/>
              </a:rPr>
              <a:t>Process Design</a:t>
            </a:r>
            <a:endParaRPr lang="en-US" sz="2800">
              <a:latin typeface="+mj-lt"/>
            </a:endParaRPr>
          </a:p>
        </p:txBody>
      </p:sp>
      <p:pic>
        <p:nvPicPr>
          <p:cNvPr id="4" name="Content Placeholder 3" descr="A diagram of a product&#10;&#10;Description automatically generated">
            <a:extLst>
              <a:ext uri="{FF2B5EF4-FFF2-40B4-BE49-F238E27FC236}">
                <a16:creationId xmlns:a16="http://schemas.microsoft.com/office/drawing/2014/main" id="{EFFAE21F-25DF-218E-5AB3-A5CB04D11737}"/>
              </a:ext>
            </a:extLst>
          </p:cNvPr>
          <p:cNvPicPr>
            <a:picLocks noGrp="1" noChangeAspect="1"/>
          </p:cNvPicPr>
          <p:nvPr>
            <p:ph idx="1"/>
          </p:nvPr>
        </p:nvPicPr>
        <p:blipFill>
          <a:blip r:embed="rId4"/>
          <a:stretch>
            <a:fillRect/>
          </a:stretch>
        </p:blipFill>
        <p:spPr>
          <a:xfrm>
            <a:off x="1388302" y="1209634"/>
            <a:ext cx="6941505" cy="5261274"/>
          </a:xfrm>
        </p:spPr>
      </p:pic>
    </p:spTree>
    <p:custDataLst>
      <p:tags r:id="rId1"/>
    </p:custDataLst>
    <p:extLst>
      <p:ext uri="{BB962C8B-B14F-4D97-AF65-F5344CB8AC3E}">
        <p14:creationId xmlns:p14="http://schemas.microsoft.com/office/powerpoint/2010/main" val="3023427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07FA7-3A60-B387-9FE7-EBB99DF4FF25}"/>
              </a:ext>
            </a:extLst>
          </p:cNvPr>
          <p:cNvSpPr>
            <a:spLocks noGrp="1"/>
          </p:cNvSpPr>
          <p:nvPr>
            <p:ph type="title"/>
          </p:nvPr>
        </p:nvSpPr>
        <p:spPr/>
        <p:txBody>
          <a:bodyPr/>
          <a:lstStyle/>
          <a:p>
            <a:r>
              <a:rPr lang="en-US">
                <a:ea typeface="Open Sans Semibold"/>
                <a:cs typeface="Open Sans Semibold"/>
              </a:rPr>
              <a:t>Process Design</a:t>
            </a:r>
            <a:endParaRPr lang="en-US"/>
          </a:p>
        </p:txBody>
      </p:sp>
      <p:pic>
        <p:nvPicPr>
          <p:cNvPr id="4" name="Content Placeholder 3" descr="A screenshot of a computer screen&#10;&#10;Description automatically generated">
            <a:extLst>
              <a:ext uri="{FF2B5EF4-FFF2-40B4-BE49-F238E27FC236}">
                <a16:creationId xmlns:a16="http://schemas.microsoft.com/office/drawing/2014/main" id="{9C77DA04-28C2-85C4-D193-2B437257237C}"/>
              </a:ext>
            </a:extLst>
          </p:cNvPr>
          <p:cNvPicPr>
            <a:picLocks noGrp="1" noChangeAspect="1"/>
          </p:cNvPicPr>
          <p:nvPr>
            <p:ph idx="1"/>
          </p:nvPr>
        </p:nvPicPr>
        <p:blipFill>
          <a:blip r:embed="rId2"/>
          <a:stretch>
            <a:fillRect/>
          </a:stretch>
        </p:blipFill>
        <p:spPr>
          <a:xfrm>
            <a:off x="1747402" y="1343875"/>
            <a:ext cx="5884597" cy="5087788"/>
          </a:xfrm>
        </p:spPr>
      </p:pic>
      <p:sp>
        <p:nvSpPr>
          <p:cNvPr id="5" name="TextBox 4">
            <a:extLst>
              <a:ext uri="{FF2B5EF4-FFF2-40B4-BE49-F238E27FC236}">
                <a16:creationId xmlns:a16="http://schemas.microsoft.com/office/drawing/2014/main" id="{89A77976-B66D-5C65-3362-F0434CC7E6B4}"/>
              </a:ext>
            </a:extLst>
          </p:cNvPr>
          <p:cNvSpPr txBox="1"/>
          <p:nvPr/>
        </p:nvSpPr>
        <p:spPr>
          <a:xfrm>
            <a:off x="322267" y="994827"/>
            <a:ext cx="26341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cs typeface="Calibri"/>
              </a:rPr>
              <a:t>Main Sequence </a:t>
            </a:r>
          </a:p>
        </p:txBody>
      </p:sp>
    </p:spTree>
    <p:extLst>
      <p:ext uri="{BB962C8B-B14F-4D97-AF65-F5344CB8AC3E}">
        <p14:creationId xmlns:p14="http://schemas.microsoft.com/office/powerpoint/2010/main" val="1662512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33F77-3AD3-7526-CF69-665D0F4DFDCC}"/>
              </a:ext>
            </a:extLst>
          </p:cNvPr>
          <p:cNvSpPr>
            <a:spLocks noGrp="1"/>
          </p:cNvSpPr>
          <p:nvPr>
            <p:ph type="title"/>
          </p:nvPr>
        </p:nvSpPr>
        <p:spPr/>
        <p:txBody>
          <a:bodyPr/>
          <a:lstStyle/>
          <a:p>
            <a:r>
              <a:rPr lang="en-US">
                <a:ea typeface="Open Sans Semibold"/>
                <a:cs typeface="Open Sans Semibold"/>
              </a:rPr>
              <a:t>Process Design</a:t>
            </a:r>
            <a:endParaRPr lang="en-US"/>
          </a:p>
        </p:txBody>
      </p:sp>
      <p:sp>
        <p:nvSpPr>
          <p:cNvPr id="5" name="TextBox 4">
            <a:extLst>
              <a:ext uri="{FF2B5EF4-FFF2-40B4-BE49-F238E27FC236}">
                <a16:creationId xmlns:a16="http://schemas.microsoft.com/office/drawing/2014/main" id="{F392A80D-0036-5FE0-FB61-3C7D64AFBBE2}"/>
              </a:ext>
            </a:extLst>
          </p:cNvPr>
          <p:cNvSpPr txBox="1"/>
          <p:nvPr/>
        </p:nvSpPr>
        <p:spPr>
          <a:xfrm>
            <a:off x="300881" y="1031593"/>
            <a:ext cx="252525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cs typeface="Calibri"/>
              </a:rPr>
              <a:t>Amazon Sequence</a:t>
            </a:r>
          </a:p>
        </p:txBody>
      </p:sp>
      <p:pic>
        <p:nvPicPr>
          <p:cNvPr id="7" name="Picture 6" descr="A screenshot of a computer&#10;&#10;Description automatically generated">
            <a:extLst>
              <a:ext uri="{FF2B5EF4-FFF2-40B4-BE49-F238E27FC236}">
                <a16:creationId xmlns:a16="http://schemas.microsoft.com/office/drawing/2014/main" id="{958BDEC6-268D-8C88-E0C6-DE3DC84A4942}"/>
              </a:ext>
            </a:extLst>
          </p:cNvPr>
          <p:cNvPicPr>
            <a:picLocks noChangeAspect="1"/>
          </p:cNvPicPr>
          <p:nvPr/>
        </p:nvPicPr>
        <p:blipFill>
          <a:blip r:embed="rId2"/>
          <a:stretch>
            <a:fillRect/>
          </a:stretch>
        </p:blipFill>
        <p:spPr>
          <a:xfrm>
            <a:off x="1701792" y="1581281"/>
            <a:ext cx="5421317" cy="4637040"/>
          </a:xfrm>
          <a:prstGeom prst="rect">
            <a:avLst/>
          </a:prstGeom>
        </p:spPr>
      </p:pic>
    </p:spTree>
    <p:extLst>
      <p:ext uri="{BB962C8B-B14F-4D97-AF65-F5344CB8AC3E}">
        <p14:creationId xmlns:p14="http://schemas.microsoft.com/office/powerpoint/2010/main" val="4266410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6545E-0FB5-ED60-510A-DB522D2033B4}"/>
              </a:ext>
            </a:extLst>
          </p:cNvPr>
          <p:cNvSpPr>
            <a:spLocks noGrp="1"/>
          </p:cNvSpPr>
          <p:nvPr>
            <p:ph type="title"/>
          </p:nvPr>
        </p:nvSpPr>
        <p:spPr/>
        <p:txBody>
          <a:bodyPr/>
          <a:lstStyle/>
          <a:p>
            <a:r>
              <a:rPr lang="en-US">
                <a:ea typeface="Open Sans Semibold"/>
                <a:cs typeface="Open Sans Semibold"/>
              </a:rPr>
              <a:t>Process Design</a:t>
            </a:r>
            <a:endParaRPr lang="en-US"/>
          </a:p>
        </p:txBody>
      </p:sp>
      <p:sp>
        <p:nvSpPr>
          <p:cNvPr id="4" name="TextBox 3">
            <a:extLst>
              <a:ext uri="{FF2B5EF4-FFF2-40B4-BE49-F238E27FC236}">
                <a16:creationId xmlns:a16="http://schemas.microsoft.com/office/drawing/2014/main" id="{606343C7-EF22-19D7-94B8-975F9D2B787B}"/>
              </a:ext>
            </a:extLst>
          </p:cNvPr>
          <p:cNvSpPr txBox="1"/>
          <p:nvPr/>
        </p:nvSpPr>
        <p:spPr>
          <a:xfrm>
            <a:off x="429831" y="1096069"/>
            <a:ext cx="336342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err="1">
                <a:cs typeface="Calibri"/>
              </a:rPr>
              <a:t>FlipKart</a:t>
            </a:r>
            <a:r>
              <a:rPr lang="en-US">
                <a:cs typeface="Calibri"/>
              </a:rPr>
              <a:t> Sequence</a:t>
            </a:r>
          </a:p>
        </p:txBody>
      </p:sp>
      <p:pic>
        <p:nvPicPr>
          <p:cNvPr id="5" name="Picture 4" descr="A screenshot of a computer&#10;&#10;Description automatically generated">
            <a:extLst>
              <a:ext uri="{FF2B5EF4-FFF2-40B4-BE49-F238E27FC236}">
                <a16:creationId xmlns:a16="http://schemas.microsoft.com/office/drawing/2014/main" id="{B075C443-D527-F7BE-B003-743192DDDC18}"/>
              </a:ext>
            </a:extLst>
          </p:cNvPr>
          <p:cNvPicPr>
            <a:picLocks noChangeAspect="1"/>
          </p:cNvPicPr>
          <p:nvPr/>
        </p:nvPicPr>
        <p:blipFill>
          <a:blip r:embed="rId2"/>
          <a:stretch>
            <a:fillRect/>
          </a:stretch>
        </p:blipFill>
        <p:spPr>
          <a:xfrm>
            <a:off x="1398562" y="1713541"/>
            <a:ext cx="6346877" cy="4576534"/>
          </a:xfrm>
          <a:prstGeom prst="rect">
            <a:avLst/>
          </a:prstGeom>
        </p:spPr>
      </p:pic>
    </p:spTree>
    <p:extLst>
      <p:ext uri="{BB962C8B-B14F-4D97-AF65-F5344CB8AC3E}">
        <p14:creationId xmlns:p14="http://schemas.microsoft.com/office/powerpoint/2010/main" val="2459115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Implementation</a:t>
            </a:r>
            <a:endParaRPr lang="en-IN">
              <a:latin typeface="+mj-lt"/>
            </a:endParaRPr>
          </a:p>
        </p:txBody>
      </p:sp>
      <p:pic>
        <p:nvPicPr>
          <p:cNvPr id="6" name="Picture 5" descr="A screenshot of a computer&#10;&#10;Description automatically generated">
            <a:extLst>
              <a:ext uri="{FF2B5EF4-FFF2-40B4-BE49-F238E27FC236}">
                <a16:creationId xmlns:a16="http://schemas.microsoft.com/office/drawing/2014/main" id="{30AEA0CF-22CA-CCB0-1B75-154AF0D558B8}"/>
              </a:ext>
            </a:extLst>
          </p:cNvPr>
          <p:cNvPicPr>
            <a:picLocks noChangeAspect="1"/>
          </p:cNvPicPr>
          <p:nvPr/>
        </p:nvPicPr>
        <p:blipFill>
          <a:blip r:embed="rId4"/>
          <a:stretch>
            <a:fillRect/>
          </a:stretch>
        </p:blipFill>
        <p:spPr>
          <a:xfrm>
            <a:off x="1695450" y="1453020"/>
            <a:ext cx="5753100" cy="3324225"/>
          </a:xfrm>
          <a:prstGeom prst="rect">
            <a:avLst/>
          </a:prstGeom>
        </p:spPr>
      </p:pic>
      <p:sp>
        <p:nvSpPr>
          <p:cNvPr id="7" name="TextBox 6">
            <a:extLst>
              <a:ext uri="{FF2B5EF4-FFF2-40B4-BE49-F238E27FC236}">
                <a16:creationId xmlns:a16="http://schemas.microsoft.com/office/drawing/2014/main" id="{93EAF980-11F1-CD06-B8DE-55B52F3A0C5E}"/>
              </a:ext>
            </a:extLst>
          </p:cNvPr>
          <p:cNvSpPr txBox="1"/>
          <p:nvPr/>
        </p:nvSpPr>
        <p:spPr>
          <a:xfrm>
            <a:off x="1920500" y="5041468"/>
            <a:ext cx="611519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The bot will get the product name in the input dialog box</a:t>
            </a:r>
            <a:endParaRPr lang="en-US"/>
          </a:p>
        </p:txBody>
      </p:sp>
    </p:spTree>
    <p:custDataLst>
      <p:tags r:id="rId1"/>
    </p:custDataLst>
    <p:extLst>
      <p:ext uri="{BB962C8B-B14F-4D97-AF65-F5344CB8AC3E}">
        <p14:creationId xmlns:p14="http://schemas.microsoft.com/office/powerpoint/2010/main" val="1769472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118AF-A9F8-A735-11C6-889FA0F6B4A8}"/>
              </a:ext>
            </a:extLst>
          </p:cNvPr>
          <p:cNvSpPr>
            <a:spLocks noGrp="1"/>
          </p:cNvSpPr>
          <p:nvPr>
            <p:ph type="title"/>
          </p:nvPr>
        </p:nvSpPr>
        <p:spPr/>
        <p:txBody>
          <a:bodyPr/>
          <a:lstStyle/>
          <a:p>
            <a:r>
              <a:rPr lang="en-US"/>
              <a:t>Implementation</a:t>
            </a:r>
          </a:p>
        </p:txBody>
      </p:sp>
      <p:pic>
        <p:nvPicPr>
          <p:cNvPr id="4" name="Picture 3">
            <a:extLst>
              <a:ext uri="{FF2B5EF4-FFF2-40B4-BE49-F238E27FC236}">
                <a16:creationId xmlns:a16="http://schemas.microsoft.com/office/drawing/2014/main" id="{4BD82A56-A27E-887E-2D40-16F88147D69D}"/>
              </a:ext>
            </a:extLst>
          </p:cNvPr>
          <p:cNvPicPr>
            <a:picLocks noChangeAspect="1"/>
          </p:cNvPicPr>
          <p:nvPr/>
        </p:nvPicPr>
        <p:blipFill>
          <a:blip r:embed="rId2"/>
          <a:stretch>
            <a:fillRect/>
          </a:stretch>
        </p:blipFill>
        <p:spPr>
          <a:xfrm>
            <a:off x="189605" y="1145616"/>
            <a:ext cx="4375880" cy="4263365"/>
          </a:xfrm>
          <a:prstGeom prst="rect">
            <a:avLst/>
          </a:prstGeom>
        </p:spPr>
      </p:pic>
      <p:sp>
        <p:nvSpPr>
          <p:cNvPr id="3" name="TextBox 2">
            <a:extLst>
              <a:ext uri="{FF2B5EF4-FFF2-40B4-BE49-F238E27FC236}">
                <a16:creationId xmlns:a16="http://schemas.microsoft.com/office/drawing/2014/main" id="{E12F6086-813A-0DC9-3630-05E7B99B0168}"/>
              </a:ext>
            </a:extLst>
          </p:cNvPr>
          <p:cNvSpPr txBox="1"/>
          <p:nvPr/>
        </p:nvSpPr>
        <p:spPr>
          <a:xfrm>
            <a:off x="1345118" y="5563188"/>
            <a:ext cx="619314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The bot will search for the product in amazon and then fetch data from the product</a:t>
            </a:r>
          </a:p>
        </p:txBody>
      </p:sp>
      <p:pic>
        <p:nvPicPr>
          <p:cNvPr id="5" name="Picture 4" descr="A screenshot of a computer&#10;&#10;Description automatically generated">
            <a:extLst>
              <a:ext uri="{FF2B5EF4-FFF2-40B4-BE49-F238E27FC236}">
                <a16:creationId xmlns:a16="http://schemas.microsoft.com/office/drawing/2014/main" id="{4C1084B8-EFDC-96AD-E410-A2A66EB052B1}"/>
              </a:ext>
            </a:extLst>
          </p:cNvPr>
          <p:cNvPicPr>
            <a:picLocks noChangeAspect="1"/>
          </p:cNvPicPr>
          <p:nvPr/>
        </p:nvPicPr>
        <p:blipFill>
          <a:blip r:embed="rId3"/>
          <a:stretch>
            <a:fillRect/>
          </a:stretch>
        </p:blipFill>
        <p:spPr>
          <a:xfrm>
            <a:off x="4671391" y="1156418"/>
            <a:ext cx="4284289" cy="4252221"/>
          </a:xfrm>
          <a:prstGeom prst="rect">
            <a:avLst/>
          </a:prstGeom>
        </p:spPr>
      </p:pic>
    </p:spTree>
    <p:extLst>
      <p:ext uri="{BB962C8B-B14F-4D97-AF65-F5344CB8AC3E}">
        <p14:creationId xmlns:p14="http://schemas.microsoft.com/office/powerpoint/2010/main" val="14354178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0AD4C-D0A9-C04E-627E-C14A929C5BF0}"/>
              </a:ext>
            </a:extLst>
          </p:cNvPr>
          <p:cNvSpPr>
            <a:spLocks noGrp="1"/>
          </p:cNvSpPr>
          <p:nvPr>
            <p:ph type="title"/>
          </p:nvPr>
        </p:nvSpPr>
        <p:spPr/>
        <p:txBody>
          <a:bodyPr/>
          <a:lstStyle/>
          <a:p>
            <a:r>
              <a:rPr lang="en-US">
                <a:ea typeface="Open Sans Semibold"/>
                <a:cs typeface="Open Sans Semibold"/>
              </a:rPr>
              <a:t>Implementation</a:t>
            </a:r>
            <a:endParaRPr lang="en-US"/>
          </a:p>
        </p:txBody>
      </p:sp>
      <p:sp>
        <p:nvSpPr>
          <p:cNvPr id="4" name="TextBox 3">
            <a:extLst>
              <a:ext uri="{FF2B5EF4-FFF2-40B4-BE49-F238E27FC236}">
                <a16:creationId xmlns:a16="http://schemas.microsoft.com/office/drawing/2014/main" id="{7A13B226-3864-A2C5-D4B5-3D5EF783AA90}"/>
              </a:ext>
            </a:extLst>
          </p:cNvPr>
          <p:cNvSpPr txBox="1"/>
          <p:nvPr/>
        </p:nvSpPr>
        <p:spPr>
          <a:xfrm>
            <a:off x="1369413" y="5337692"/>
            <a:ext cx="641675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The bot will search for the product in </a:t>
            </a:r>
            <a:r>
              <a:rPr lang="en-US" err="1">
                <a:ea typeface="Calibri"/>
                <a:cs typeface="Calibri"/>
              </a:rPr>
              <a:t>flipkart</a:t>
            </a:r>
            <a:r>
              <a:rPr lang="en-US">
                <a:ea typeface="Calibri"/>
                <a:cs typeface="Calibri"/>
              </a:rPr>
              <a:t> and then fetch the data from the product</a:t>
            </a:r>
            <a:endParaRPr lang="en-US"/>
          </a:p>
        </p:txBody>
      </p:sp>
      <p:pic>
        <p:nvPicPr>
          <p:cNvPr id="5" name="Picture 4" descr="A screenshot of a computer&#10;&#10;Description automatically generated">
            <a:extLst>
              <a:ext uri="{FF2B5EF4-FFF2-40B4-BE49-F238E27FC236}">
                <a16:creationId xmlns:a16="http://schemas.microsoft.com/office/drawing/2014/main" id="{1190344D-6FA5-85C8-955D-55BC0E22CB2D}"/>
              </a:ext>
            </a:extLst>
          </p:cNvPr>
          <p:cNvPicPr>
            <a:picLocks noChangeAspect="1"/>
          </p:cNvPicPr>
          <p:nvPr/>
        </p:nvPicPr>
        <p:blipFill>
          <a:blip r:embed="rId2"/>
          <a:stretch>
            <a:fillRect/>
          </a:stretch>
        </p:blipFill>
        <p:spPr>
          <a:xfrm>
            <a:off x="473256" y="1166540"/>
            <a:ext cx="4227067" cy="3928573"/>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5B38FD32-FDDB-26AD-06DF-1F46F6ACCE15}"/>
              </a:ext>
            </a:extLst>
          </p:cNvPr>
          <p:cNvPicPr>
            <a:picLocks noChangeAspect="1"/>
          </p:cNvPicPr>
          <p:nvPr/>
        </p:nvPicPr>
        <p:blipFill>
          <a:blip r:embed="rId3"/>
          <a:stretch>
            <a:fillRect/>
          </a:stretch>
        </p:blipFill>
        <p:spPr>
          <a:xfrm>
            <a:off x="4926171" y="1166539"/>
            <a:ext cx="3858425" cy="3933805"/>
          </a:xfrm>
          <a:prstGeom prst="rect">
            <a:avLst/>
          </a:prstGeom>
        </p:spPr>
      </p:pic>
    </p:spTree>
    <p:extLst>
      <p:ext uri="{BB962C8B-B14F-4D97-AF65-F5344CB8AC3E}">
        <p14:creationId xmlns:p14="http://schemas.microsoft.com/office/powerpoint/2010/main" val="32670851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63940-04D2-28D7-5038-1F69EFD230BC}"/>
              </a:ext>
            </a:extLst>
          </p:cNvPr>
          <p:cNvSpPr>
            <a:spLocks noGrp="1"/>
          </p:cNvSpPr>
          <p:nvPr>
            <p:ph type="title"/>
          </p:nvPr>
        </p:nvSpPr>
        <p:spPr/>
        <p:txBody>
          <a:bodyPr/>
          <a:lstStyle/>
          <a:p>
            <a:r>
              <a:rPr lang="en-US">
                <a:ea typeface="Open Sans Semibold"/>
                <a:cs typeface="Open Sans Semibold"/>
              </a:rPr>
              <a:t>Outcome</a:t>
            </a:r>
            <a:endParaRPr lang="en-US"/>
          </a:p>
        </p:txBody>
      </p:sp>
      <p:sp>
        <p:nvSpPr>
          <p:cNvPr id="4" name="TextBox 3">
            <a:extLst>
              <a:ext uri="{FF2B5EF4-FFF2-40B4-BE49-F238E27FC236}">
                <a16:creationId xmlns:a16="http://schemas.microsoft.com/office/drawing/2014/main" id="{9A4DEAE4-5B8E-D167-391F-C67172D47FE3}"/>
              </a:ext>
            </a:extLst>
          </p:cNvPr>
          <p:cNvSpPr txBox="1"/>
          <p:nvPr/>
        </p:nvSpPr>
        <p:spPr>
          <a:xfrm>
            <a:off x="1062460" y="5410557"/>
            <a:ext cx="73981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The bot will show the product details from </a:t>
            </a:r>
            <a:r>
              <a:rPr lang="en-US" err="1">
                <a:ea typeface="Calibri"/>
                <a:cs typeface="Calibri"/>
              </a:rPr>
              <a:t>FlipKart</a:t>
            </a:r>
            <a:r>
              <a:rPr lang="en-US">
                <a:ea typeface="Calibri"/>
                <a:cs typeface="Calibri"/>
              </a:rPr>
              <a:t> and Amazon website </a:t>
            </a:r>
            <a:endParaRPr lang="en-US"/>
          </a:p>
        </p:txBody>
      </p:sp>
      <p:pic>
        <p:nvPicPr>
          <p:cNvPr id="5" name="Picture 4" descr="A screenshot of a computer&#10;&#10;Description automatically generated">
            <a:extLst>
              <a:ext uri="{FF2B5EF4-FFF2-40B4-BE49-F238E27FC236}">
                <a16:creationId xmlns:a16="http://schemas.microsoft.com/office/drawing/2014/main" id="{2F27F849-06E4-7C42-DC1F-319399201669}"/>
              </a:ext>
            </a:extLst>
          </p:cNvPr>
          <p:cNvPicPr>
            <a:picLocks noChangeAspect="1"/>
          </p:cNvPicPr>
          <p:nvPr/>
        </p:nvPicPr>
        <p:blipFill>
          <a:blip r:embed="rId2"/>
          <a:stretch>
            <a:fillRect/>
          </a:stretch>
        </p:blipFill>
        <p:spPr>
          <a:xfrm>
            <a:off x="408912" y="1387511"/>
            <a:ext cx="4115126" cy="3162300"/>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33DF934F-D197-D1B4-5BE5-97546043AFC1}"/>
              </a:ext>
            </a:extLst>
          </p:cNvPr>
          <p:cNvPicPr>
            <a:picLocks noChangeAspect="1"/>
          </p:cNvPicPr>
          <p:nvPr/>
        </p:nvPicPr>
        <p:blipFill>
          <a:blip r:embed="rId3"/>
          <a:stretch>
            <a:fillRect/>
          </a:stretch>
        </p:blipFill>
        <p:spPr>
          <a:xfrm>
            <a:off x="4621052" y="1393833"/>
            <a:ext cx="4311730" cy="3154889"/>
          </a:xfrm>
          <a:prstGeom prst="rect">
            <a:avLst/>
          </a:prstGeom>
        </p:spPr>
      </p:pic>
    </p:spTree>
    <p:extLst>
      <p:ext uri="{BB962C8B-B14F-4D97-AF65-F5344CB8AC3E}">
        <p14:creationId xmlns:p14="http://schemas.microsoft.com/office/powerpoint/2010/main" val="16325887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Testing</a:t>
            </a:r>
            <a:endParaRPr lang="en-IN">
              <a:latin typeface="+mj-lt"/>
            </a:endParaRP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a:cs typeface="Times New Roman"/>
              </a:rPr>
              <a:t>Description:</a:t>
            </a:r>
            <a:r>
              <a:rPr lang="en-US">
                <a:ea typeface="+mj-lt"/>
                <a:cs typeface="+mj-lt"/>
              </a:rPr>
              <a:t> Test this automation, verify the handling of various product inputs, including invalid or empty ones. Check if the automation navigates Flipkart accurately and performs searches seamlessly. </a:t>
            </a:r>
            <a:endParaRPr lang="en-US">
              <a:ea typeface="+mj-lt"/>
            </a:endParaRPr>
          </a:p>
          <a:p>
            <a:pPr algn="just">
              <a:lnSpc>
                <a:spcPct val="113999"/>
              </a:lnSpc>
            </a:pPr>
            <a:r>
              <a:rPr lang="en-US">
                <a:ea typeface="+mj-lt"/>
                <a:cs typeface="+mj-lt"/>
              </a:rPr>
              <a:t> Validate the extracted data (name, price, ratings) against the website to ensure accuracy. Test edge cases like no results, multiple pages, or dynamic webpage changes. Confirm that output data is saved correctly in the desired format, such as Excel or CSV</a:t>
            </a:r>
            <a:endParaRPr lang="en-US">
              <a:ea typeface="+mj-lt"/>
            </a:endParaRPr>
          </a:p>
          <a:p>
            <a:pPr algn="just">
              <a:lnSpc>
                <a:spcPct val="113999"/>
              </a:lnSpc>
            </a:pPr>
            <a:r>
              <a:rPr lang="en-US">
                <a:ea typeface="+mj-lt"/>
                <a:cs typeface="+mj-lt"/>
              </a:rPr>
              <a:t>Lastly, assess performance with multiple searches to ensure reliability and efficiency </a:t>
            </a:r>
            <a:endParaRPr lang="en-US"/>
          </a:p>
          <a:p>
            <a:pPr marL="0" indent="0" algn="just">
              <a:buNone/>
            </a:pPr>
            <a:endParaRPr lang="en-US"/>
          </a:p>
          <a:p>
            <a:endParaRPr lang="en-US"/>
          </a:p>
        </p:txBody>
      </p:sp>
    </p:spTree>
    <p:custDataLst>
      <p:tags r:id="rId1"/>
    </p:custDataLst>
    <p:extLst>
      <p:ext uri="{BB962C8B-B14F-4D97-AF65-F5344CB8AC3E}">
        <p14:creationId xmlns:p14="http://schemas.microsoft.com/office/powerpoint/2010/main" val="1921327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Conclusions</a:t>
            </a:r>
            <a:endParaRPr lang="en-IN">
              <a:latin typeface="+mj-lt"/>
            </a:endParaRP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err="1">
                <a:cs typeface="Times New Roman"/>
              </a:rPr>
              <a:t>Description:</a:t>
            </a:r>
            <a:r>
              <a:rPr lang="en-US" err="1">
                <a:ea typeface="+mj-lt"/>
                <a:cs typeface="+mj-lt"/>
              </a:rPr>
              <a:t>In</a:t>
            </a:r>
            <a:r>
              <a:rPr lang="en-US">
                <a:ea typeface="+mj-lt"/>
                <a:cs typeface="+mj-lt"/>
              </a:rPr>
              <a:t> conclusion, this UiPath automation project successfully streamlines the process of extracting product details from Flipkart, making it efficient and scalable for e-commerce data analysis. </a:t>
            </a:r>
            <a:endParaRPr lang="en-US">
              <a:ea typeface="+mj-lt"/>
            </a:endParaRPr>
          </a:p>
          <a:p>
            <a:pPr algn="just">
              <a:lnSpc>
                <a:spcPct val="113999"/>
              </a:lnSpc>
            </a:pPr>
            <a:r>
              <a:rPr lang="en-US">
                <a:ea typeface="+mj-lt"/>
                <a:cs typeface="+mj-lt"/>
              </a:rPr>
              <a:t>By leveraging UiPath's powerful features like Type Into, Click, and Data Scraping, the automation ensures accurate and structured data extraction, even from dynamic webpages.</a:t>
            </a:r>
            <a:endParaRPr lang="en-US">
              <a:ea typeface="+mj-lt"/>
            </a:endParaRPr>
          </a:p>
          <a:p>
            <a:pPr algn="just">
              <a:lnSpc>
                <a:spcPct val="113999"/>
              </a:lnSpc>
            </a:pPr>
            <a:r>
              <a:rPr lang="en-US">
                <a:ea typeface="+mj-lt"/>
                <a:cs typeface="+mj-lt"/>
              </a:rPr>
              <a:t> The system is designed to handle various input scenarios, including edge cases, and outputs the data in a user-friendly format for further analysis. Overall, this solution enhances decision-making in e-commerce by providing reliable and actionable insights.</a:t>
            </a:r>
            <a:endParaRPr lang="en-US"/>
          </a:p>
          <a:p>
            <a:pPr algn="just">
              <a:lnSpc>
                <a:spcPct val="113999"/>
              </a:lnSpc>
            </a:pPr>
            <a:endParaRPr lang="en-US"/>
          </a:p>
          <a:p>
            <a:endParaRPr lang="en-US"/>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Future Enhancement</a:t>
            </a:r>
            <a:endParaRPr lang="en-IN">
              <a:latin typeface="+mj-lt"/>
            </a:endParaRPr>
          </a:p>
        </p:txBody>
      </p:sp>
      <p:sp>
        <p:nvSpPr>
          <p:cNvPr id="3" name="Content Placeholder 2"/>
          <p:cNvSpPr>
            <a:spLocks noGrp="1"/>
          </p:cNvSpPr>
          <p:nvPr>
            <p:ph idx="1"/>
          </p:nvPr>
        </p:nvSpPr>
        <p:spPr/>
        <p:txBody>
          <a:bodyPr vert="horz" lIns="91440" tIns="45720" rIns="91440" bIns="45720" rtlCol="0" anchor="t">
            <a:normAutofit fontScale="92500" lnSpcReduction="10000"/>
          </a:bodyPr>
          <a:lstStyle/>
          <a:p>
            <a:pPr algn="just"/>
            <a:r>
              <a:rPr lang="en-US">
                <a:cs typeface="Times New Roman"/>
              </a:rPr>
              <a:t>Description 1:</a:t>
            </a:r>
            <a:r>
              <a:rPr lang="en-US">
                <a:ea typeface="+mj-lt"/>
                <a:cs typeface="+mj-lt"/>
              </a:rPr>
              <a:t>Future enhancements for this project could focus on expanding its capabilities and improving efficiency. One possible enhancement is integrating the automation with multiple e-commerce platforms, such as Amazon or Snapdeal, to compare product details across different sites in real-time. Additionally, implementing AI-driven techniques could enhance the data extraction process, allowing the automation to adapt to significant changes in website layout or structure.</a:t>
            </a:r>
            <a:endParaRPr lang="en-US">
              <a:ea typeface="+mj-lt"/>
            </a:endParaRPr>
          </a:p>
          <a:p>
            <a:pPr algn="just">
              <a:lnSpc>
                <a:spcPct val="113999"/>
              </a:lnSpc>
            </a:pPr>
            <a:r>
              <a:rPr lang="en-US">
                <a:ea typeface="+mj-lt"/>
                <a:cs typeface="+mj-lt"/>
              </a:rPr>
              <a:t>Description 2: Adding advanced error handling and notifications would improve the reliability of the workflow. The inclusion of data visualization tools, such as dashboards or graphs, could provide real-time insights, further enhancing decision-making. Lastly, incorporating a scheduling feature would allow automated, periodic data collection for ongoing analysis.</a:t>
            </a:r>
            <a:endParaRPr lang="en-US"/>
          </a:p>
          <a:p>
            <a:pPr marL="0" indent="0" algn="just">
              <a:lnSpc>
                <a:spcPct val="113999"/>
              </a:lnSpc>
              <a:buNone/>
            </a:pPr>
            <a:endParaRPr lang="en-US"/>
          </a:p>
          <a:p>
            <a:endParaRPr lang="en-US"/>
          </a:p>
          <a:p>
            <a:endParaRPr lang="en-US"/>
          </a:p>
          <a:p>
            <a:endParaRPr lang="en-US"/>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References</a:t>
            </a:r>
            <a:endParaRPr lang="en-IN">
              <a:latin typeface="+mj-lt"/>
            </a:endParaRPr>
          </a:p>
        </p:txBody>
      </p:sp>
      <p:sp>
        <p:nvSpPr>
          <p:cNvPr id="4" name="TextBox 3">
            <a:extLst>
              <a:ext uri="{FF2B5EF4-FFF2-40B4-BE49-F238E27FC236}">
                <a16:creationId xmlns:a16="http://schemas.microsoft.com/office/drawing/2014/main" id="{1FCAA132-3C2E-B64A-3347-AF61071B6BDD}"/>
              </a:ext>
            </a:extLst>
          </p:cNvPr>
          <p:cNvSpPr txBox="1"/>
          <p:nvPr/>
        </p:nvSpPr>
        <p:spPr>
          <a:xfrm>
            <a:off x="224373" y="1716722"/>
            <a:ext cx="8695813"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AutoNum type="arabicPeriod"/>
            </a:pPr>
            <a:r>
              <a:rPr lang="en-US">
                <a:ea typeface="+mn-lt"/>
                <a:cs typeface="+mn-lt"/>
              </a:rPr>
              <a:t>Kuppusamy, Palanivel &amp; Joseph K, Suresh. (2020) Robotic </a:t>
            </a:r>
            <a:r>
              <a:rPr lang="en-US" err="1">
                <a:ea typeface="+mn-lt"/>
                <a:cs typeface="+mn-lt"/>
              </a:rPr>
              <a:t>ProcessAutomation</a:t>
            </a:r>
            <a:r>
              <a:rPr lang="en-US">
                <a:ea typeface="+mn-lt"/>
                <a:cs typeface="+mn-lt"/>
              </a:rPr>
              <a:t> to product comparison. 3775. </a:t>
            </a:r>
            <a:endParaRPr lang="en-US"/>
          </a:p>
          <a:p>
            <a:pPr marL="342900" indent="-342900" algn="just">
              <a:buAutoNum type="arabicPeriod"/>
            </a:pPr>
            <a:r>
              <a:rPr lang="en-US">
                <a:ea typeface="+mn-lt"/>
                <a:cs typeface="+mn-lt"/>
              </a:rPr>
              <a:t> Patil, Dr &amp; Mane, Vinod &amp; Patil, Dr. (2019). Innovation Online shopping bots for e-commerce in Automation (</a:t>
            </a:r>
            <a:r>
              <a:rPr lang="en-US" err="1">
                <a:ea typeface="+mn-lt"/>
                <a:cs typeface="+mn-lt"/>
              </a:rPr>
              <a:t>Rpa</a:t>
            </a:r>
            <a:r>
              <a:rPr lang="en-US">
                <a:ea typeface="+mn-lt"/>
                <a:cs typeface="+mn-lt"/>
              </a:rPr>
              <a:t>). International Journal of Innovative Technology and Exploring Engineering. 8. 3757-3760. 10.35940/ijitee.K2148.0981119.</a:t>
            </a:r>
          </a:p>
          <a:p>
            <a:pPr marL="342900" indent="-342900" algn="just">
              <a:buAutoNum type="arabicPeriod"/>
            </a:pPr>
            <a:r>
              <a:rPr lang="en-US" err="1">
                <a:ea typeface="+mn-lt"/>
                <a:cs typeface="+mn-lt"/>
              </a:rPr>
              <a:t>Elkhatat</a:t>
            </a:r>
            <a:r>
              <a:rPr lang="en-US">
                <a:ea typeface="+mn-lt"/>
                <a:cs typeface="+mn-lt"/>
              </a:rPr>
              <a:t>, A.M., Elsaid, K. &amp; Almeer, S. Evaluating the efficacy of AI content detection tools in differentiating between human and </a:t>
            </a:r>
            <a:r>
              <a:rPr lang="en-US" err="1">
                <a:ea typeface="+mn-lt"/>
                <a:cs typeface="+mn-lt"/>
              </a:rPr>
              <a:t>AIgenerated</a:t>
            </a:r>
            <a:r>
              <a:rPr lang="en-US">
                <a:ea typeface="+mn-lt"/>
                <a:cs typeface="+mn-lt"/>
              </a:rPr>
              <a:t> text. Int J Educ </a:t>
            </a:r>
            <a:r>
              <a:rPr lang="en-US" err="1">
                <a:ea typeface="+mn-lt"/>
                <a:cs typeface="+mn-lt"/>
              </a:rPr>
              <a:t>Integr</a:t>
            </a:r>
            <a:r>
              <a:rPr lang="en-US">
                <a:ea typeface="+mn-lt"/>
                <a:cs typeface="+mn-lt"/>
              </a:rPr>
              <a:t> 19, 17 (2023). https://doi.org/10.1007/s40979-023-00140-5 </a:t>
            </a:r>
          </a:p>
          <a:p>
            <a:pPr marL="342900" indent="-342900" algn="just">
              <a:buAutoNum type="arabicPeriod"/>
            </a:pPr>
            <a:r>
              <a:rPr lang="en-US">
                <a:ea typeface="+mn-lt"/>
                <a:cs typeface="+mn-lt"/>
              </a:rPr>
              <a:t>H. </a:t>
            </a:r>
            <a:r>
              <a:rPr lang="en-US" err="1">
                <a:ea typeface="+mn-lt"/>
                <a:cs typeface="+mn-lt"/>
              </a:rPr>
              <a:t>Alamleh</a:t>
            </a:r>
            <a:r>
              <a:rPr lang="en-US">
                <a:ea typeface="+mn-lt"/>
                <a:cs typeface="+mn-lt"/>
              </a:rPr>
              <a:t>, A. A. S. </a:t>
            </a:r>
            <a:r>
              <a:rPr lang="en-US" err="1">
                <a:ea typeface="+mn-lt"/>
                <a:cs typeface="+mn-lt"/>
              </a:rPr>
              <a:t>AlQahtani</a:t>
            </a:r>
            <a:r>
              <a:rPr lang="en-US">
                <a:ea typeface="+mn-lt"/>
                <a:cs typeface="+mn-lt"/>
              </a:rPr>
              <a:t> and A. </a:t>
            </a:r>
            <a:r>
              <a:rPr lang="en-US" err="1">
                <a:ea typeface="+mn-lt"/>
                <a:cs typeface="+mn-lt"/>
              </a:rPr>
              <a:t>ElSaid</a:t>
            </a:r>
            <a:r>
              <a:rPr lang="en-US">
                <a:ea typeface="+mn-lt"/>
                <a:cs typeface="+mn-lt"/>
              </a:rPr>
              <a:t>, "Comparison Shopping System Using Multiple Agents and Auto-Extraction ," 2023 Systems and Information Engineering Design Symposium (SIEDS), Charlottesville, VA, USA, 2023, pp. 154-158, </a:t>
            </a:r>
            <a:r>
              <a:rPr lang="en-US" err="1">
                <a:ea typeface="+mn-lt"/>
                <a:cs typeface="+mn-lt"/>
              </a:rPr>
              <a:t>doi</a:t>
            </a:r>
            <a:r>
              <a:rPr lang="en-US">
                <a:ea typeface="+mn-lt"/>
                <a:cs typeface="+mn-lt"/>
              </a:rPr>
              <a:t>: 10.1109/SIEDS58326.2023.10137767. </a:t>
            </a:r>
            <a:endParaRPr lang="en-US">
              <a:ea typeface="Calibri"/>
              <a:cs typeface="Calibri"/>
            </a:endParaRPr>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479634" y="2321005"/>
            <a:ext cx="184730" cy="1569660"/>
          </a:xfrm>
          <a:prstGeom prst="rect">
            <a:avLst/>
          </a:prstGeom>
          <a:noFill/>
        </p:spPr>
        <p:txBody>
          <a:bodyPr wrap="none" lIns="91440" tIns="45720" rIns="91440" bIns="45720" anchor="t">
            <a:spAutoFit/>
          </a:bodyPr>
          <a:lstStyle/>
          <a:p>
            <a:pPr algn="ctr"/>
            <a:endParaRPr lang="en-US" sz="9600">
              <a:ln w="0"/>
              <a:effectLst>
                <a:outerShdw blurRad="38100" dist="19050" dir="2700000" algn="tl" rotWithShape="0">
                  <a:prstClr val="black">
                    <a:alpha val="40000"/>
                  </a:prstClr>
                </a:outerShdw>
              </a:effectLst>
              <a:ea typeface="Calibri"/>
              <a:cs typeface="Calibri"/>
            </a:endParaRPr>
          </a:p>
        </p:txBody>
      </p:sp>
      <p:sp>
        <p:nvSpPr>
          <p:cNvPr id="3" name="TextBox 2">
            <a:extLst>
              <a:ext uri="{FF2B5EF4-FFF2-40B4-BE49-F238E27FC236}">
                <a16:creationId xmlns:a16="http://schemas.microsoft.com/office/drawing/2014/main" id="{F62F2892-F0C7-7AAB-BA87-3392E49FD7CB}"/>
              </a:ext>
            </a:extLst>
          </p:cNvPr>
          <p:cNvSpPr txBox="1"/>
          <p:nvPr/>
        </p:nvSpPr>
        <p:spPr>
          <a:xfrm>
            <a:off x="1004528" y="791394"/>
            <a:ext cx="6948295" cy="2308324"/>
          </a:xfrm>
          <a:prstGeom prst="rect">
            <a:avLst/>
          </a:prstGeom>
          <a:noFill/>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algn="l"/>
            <a:endParaRPr lang="en-US" sz="7200">
              <a:ea typeface="Calibri"/>
              <a:cs typeface="Calibri"/>
            </a:endParaRPr>
          </a:p>
          <a:p>
            <a:r>
              <a:rPr lang="en-US" sz="7200">
                <a:latin typeface="Times New Roman"/>
                <a:ea typeface="Calibri"/>
                <a:cs typeface="Calibri"/>
              </a:rPr>
              <a:t>      Thank You</a:t>
            </a:r>
            <a:endParaRPr lang="en-US" sz="7200">
              <a:latin typeface="Calibri"/>
              <a:ea typeface="Calibri"/>
              <a:cs typeface="Calibri"/>
            </a:endParaRPr>
          </a:p>
        </p:txBody>
      </p:sp>
      <p:sp>
        <p:nvSpPr>
          <p:cNvPr id="4" name="TextBox 3">
            <a:extLst>
              <a:ext uri="{FF2B5EF4-FFF2-40B4-BE49-F238E27FC236}">
                <a16:creationId xmlns:a16="http://schemas.microsoft.com/office/drawing/2014/main" id="{E3922D97-AC41-9D30-A38A-33AF071761ED}"/>
              </a:ext>
            </a:extLst>
          </p:cNvPr>
          <p:cNvSpPr txBox="1"/>
          <p:nvPr/>
        </p:nvSpPr>
        <p:spPr>
          <a:xfrm>
            <a:off x="1908381" y="3429101"/>
            <a:ext cx="514227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ea typeface="Calibri"/>
                <a:cs typeface="Calibri"/>
              </a:rPr>
              <a:t> </a:t>
            </a:r>
            <a:r>
              <a:rPr lang="en-US" sz="1600" b="1">
                <a:latin typeface="Times New Roman"/>
                <a:ea typeface="Calibri"/>
                <a:cs typeface="Calibri"/>
              </a:rPr>
              <a:t> 220701090</a:t>
            </a:r>
            <a:endParaRPr lang="en-US" sz="1600">
              <a:ea typeface="Calibri"/>
              <a:cs typeface="Calibri"/>
            </a:endParaRPr>
          </a:p>
          <a:p>
            <a:pPr algn="ctr"/>
            <a:r>
              <a:rPr lang="en-US" sz="1600" b="1">
                <a:latin typeface="Times New Roman"/>
                <a:ea typeface="Calibri"/>
                <a:cs typeface="Calibri"/>
              </a:rPr>
              <a:t>HELINA SERGIUS D</a:t>
            </a:r>
          </a:p>
          <a:p>
            <a:pPr algn="ctr"/>
            <a:r>
              <a:rPr lang="en-US" sz="1600" b="1">
                <a:latin typeface="Times New Roman"/>
                <a:ea typeface="Calibri"/>
                <a:cs typeface="Calibri"/>
              </a:rPr>
              <a:t>        BE COMPUTER SCIENCE AND ENGINEERING</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24</Slides>
  <Notes>13</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Abstract</vt:lpstr>
      <vt:lpstr>Need for the Proposed System</vt:lpstr>
      <vt:lpstr>Advantages of the Proposed System</vt:lpstr>
      <vt:lpstr>Literature Survey</vt:lpstr>
      <vt:lpstr>Literature Survey</vt:lpstr>
      <vt:lpstr>Main Objective</vt:lpstr>
      <vt:lpstr>Architecture</vt:lpstr>
      <vt:lpstr>System Requirements</vt:lpstr>
      <vt:lpstr>Functional Description</vt:lpstr>
      <vt:lpstr>Table Design </vt:lpstr>
      <vt:lpstr>Process Design</vt:lpstr>
      <vt:lpstr>Process Design</vt:lpstr>
      <vt:lpstr>Process Design</vt:lpstr>
      <vt:lpstr>Process Design</vt:lpstr>
      <vt:lpstr>Implementation</vt:lpstr>
      <vt:lpstr>Implementation</vt:lpstr>
      <vt:lpstr>Implementation</vt:lpstr>
      <vt:lpstr>Outcome</vt:lpstr>
      <vt:lpstr>Testing</vt:lpstr>
      <vt:lpstr>Conclusions</vt:lpstr>
      <vt:lpstr>Future Enhancement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revision>1</cp:revision>
  <dcterms:created xsi:type="dcterms:W3CDTF">2013-05-17T03:00:03Z</dcterms:created>
  <dcterms:modified xsi:type="dcterms:W3CDTF">2024-11-21T18:32:53Z</dcterms:modified>
</cp:coreProperties>
</file>